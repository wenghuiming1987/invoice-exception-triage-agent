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2"/>
  </p:notesMasterIdLst>
  <p:handoutMasterIdLst>
    <p:handoutMasterId r:id="rId13"/>
  </p:handoutMasterIdLst>
  <p:sldIdLst>
    <p:sldId id="337" r:id="rId5"/>
    <p:sldId id="354" r:id="rId6"/>
    <p:sldId id="342" r:id="rId7"/>
    <p:sldId id="372" r:id="rId8"/>
    <p:sldId id="374" r:id="rId9"/>
    <p:sldId id="375" r:id="rId10"/>
    <p:sldId id="370" r:id="rId11"/>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1pPr>
    <a:lvl2pPr marL="0" marR="0" indent="4572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2pPr>
    <a:lvl3pPr marL="0" marR="0" indent="9144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3pPr>
    <a:lvl4pPr marL="0" marR="0" indent="13716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4pPr>
    <a:lvl5pPr marL="0" marR="0" indent="18288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5pPr>
    <a:lvl6pPr marL="0" marR="0" indent="22860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6pPr>
    <a:lvl7pPr marL="0" marR="0" indent="27432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7pPr>
    <a:lvl8pPr marL="0" marR="0" indent="32004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8pPr>
    <a:lvl9pPr marL="0" marR="0" indent="36576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9pPr>
  </p:defaultTextStyle>
  <p:extLst>
    <p:ext uri="{521415D9-36F7-43E2-AB2F-B90AF26B5E84}">
      <p14:sectionLst xmlns:p14="http://schemas.microsoft.com/office/powerpoint/2010/main">
        <p14:section name="Default Section" id="{6C324C1D-D0BD-8043-9069-CA71A62BB3BD}">
          <p14:sldIdLst>
            <p14:sldId id="337"/>
            <p14:sldId id="354"/>
            <p14:sldId id="342"/>
            <p14:sldId id="372"/>
            <p14:sldId id="374"/>
            <p14:sldId id="375"/>
            <p14:sldId id="3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A2B3"/>
    <a:srgbClr val="C861C8"/>
    <a:srgbClr val="303434"/>
    <a:srgbClr val="434548"/>
    <a:srgbClr val="616161"/>
    <a:srgbClr val="B9B9B9"/>
    <a:srgbClr val="DADADA"/>
    <a:srgbClr val="F7F7F7"/>
    <a:srgbClr val="721372"/>
    <a:srgbClr val="FFC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A8FB54-9E15-1B4E-8570-EA08DE6115C5}" v="13" dt="2026-05-14T16:55:49.765"/>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Arial"/>
          <a:ea typeface="Arial"/>
          <a:cs typeface="Arial"/>
        </a:font>
        <a:schemeClr val="accent4">
          <a:hueOff val="-839560"/>
          <a:satOff val="19935"/>
          <a:lumOff val="-15534"/>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FDCECA"/>
          </a:solidFill>
        </a:fill>
      </a:tcStyle>
    </a:wholeTbl>
    <a:band2H>
      <a:tcTxStyle/>
      <a:tcStyle>
        <a:tcBdr/>
        <a:fill>
          <a:solidFill>
            <a:srgbClr val="FEE8E7"/>
          </a:solidFill>
        </a:fill>
      </a:tcStyle>
    </a:band2H>
    <a:firstCol>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1">
              <a:hueOff val="1057894"/>
              <a:satOff val="4889"/>
              <a:lumOff val="-33725"/>
            </a:schemeClr>
          </a:solidFill>
        </a:fill>
      </a:tcStyle>
    </a:firstCol>
    <a:la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381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1">
              <a:hueOff val="1057894"/>
              <a:satOff val="4889"/>
              <a:lumOff val="-33725"/>
            </a:schemeClr>
          </a:solidFill>
        </a:fill>
      </a:tcStyle>
    </a:lastRow>
    <a:fir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381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1">
              <a:hueOff val="1057894"/>
              <a:satOff val="4889"/>
              <a:lumOff val="-33725"/>
            </a:schemeClr>
          </a:solidFill>
        </a:fill>
      </a:tcStyle>
    </a:firstRow>
  </a:tblStyle>
  <a:tblStyle styleId="{C7B018BB-80A7-4F77-B60F-C8B233D01FF8}"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wholeTbl>
    <a:band2H>
      <a:tcTxStyle/>
      <a:tcStyle>
        <a:tcBdr/>
        <a:fill>
          <a:solidFill>
            <a:schemeClr val="accent3">
              <a:hueOff val="-3600000"/>
              <a:lumOff val="3392"/>
            </a:schemeClr>
          </a:solidFill>
        </a:fill>
      </a:tcStyle>
    </a:band2H>
    <a:firstCol>
      <a:tcTxStyle b="on" i="off">
        <a:font>
          <a:latin typeface="Arial"/>
          <a:ea typeface="Arial"/>
          <a:cs typeface="Arial"/>
        </a:font>
        <a:srgbClr val="000000"/>
      </a:tcTxStyle>
      <a:tcStyle>
        <a:tcBdr>
          <a:left>
            <a:ln w="9525" cap="flat">
              <a:solidFill>
                <a:srgbClr val="000000"/>
              </a:solidFill>
              <a:prstDash val="solid"/>
              <a:round/>
            </a:ln>
          </a:left>
          <a:right>
            <a:ln w="9525" cap="flat">
              <a:solidFill>
                <a:srgbClr val="000000"/>
              </a:solidFill>
              <a:prstDash val="solid"/>
              <a:round/>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9525" cap="flat">
              <a:solidFill>
                <a:srgbClr val="000000"/>
              </a:solidFill>
              <a:prstDash val="solid"/>
              <a:round/>
            </a:ln>
          </a:bottom>
          <a:insideH>
            <a:ln w="12700" cap="flat">
              <a:noFill/>
              <a:miter lim="400000"/>
            </a:ln>
          </a:insideH>
          <a:insideV>
            <a:ln w="12700" cap="flat">
              <a:noFill/>
              <a:miter lim="400000"/>
            </a:ln>
          </a:insideV>
        </a:tcBdr>
        <a:fill>
          <a:noFill/>
        </a:fill>
      </a:tcStyle>
    </a:lastRow>
    <a:firstRow>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9525" cap="flat">
              <a:solidFill>
                <a:srgbClr val="000000"/>
              </a:solidFill>
              <a:prstDash val="solid"/>
              <a:round/>
            </a:ln>
          </a:top>
          <a:bottom>
            <a:ln w="9525" cap="flat">
              <a:solidFill>
                <a:srgbClr val="000000"/>
              </a:solidFill>
              <a:prstDash val="solid"/>
              <a:round/>
            </a:ln>
          </a:bottom>
          <a:insideH>
            <a:ln w="12700" cap="flat">
              <a:noFill/>
              <a:miter lim="400000"/>
            </a:ln>
          </a:insideH>
          <a:insideV>
            <a:ln w="12700" cap="flat">
              <a:noFill/>
              <a:miter lim="400000"/>
            </a:ln>
          </a:insideV>
        </a:tcBdr>
        <a:fill>
          <a:solidFill>
            <a:srgbClr val="000000"/>
          </a:solidFill>
        </a:fill>
      </a:tcStyle>
    </a:firstRow>
  </a:tblStyle>
  <a:tblStyle styleId="{EEE7283C-3CF3-47DC-8721-378D4A62B228}"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wholeTbl>
    <a:band2H>
      <a:tcTxStyle/>
      <a:tcStyle>
        <a:tcBdr/>
        <a:fill>
          <a:solidFill>
            <a:schemeClr val="accent3">
              <a:hueOff val="-3600000"/>
              <a:lumOff val="3392"/>
            </a:schemeClr>
          </a:solidFill>
        </a:fill>
      </a:tcStyle>
    </a:band2H>
    <a:firstCol>
      <a:tcTxStyle b="on" i="off">
        <a:font>
          <a:latin typeface="Arial"/>
          <a:ea typeface="Arial"/>
          <a:cs typeface="Arial"/>
        </a:font>
        <a:srgbClr val="000000"/>
      </a:tcTxStyle>
      <a:tcStyle>
        <a:tcBdr>
          <a:left>
            <a:ln w="9525" cap="flat">
              <a:solidFill>
                <a:srgbClr val="0C65CD"/>
              </a:solidFill>
              <a:prstDash val="solid"/>
              <a:round/>
            </a:ln>
          </a:left>
          <a:right>
            <a:ln w="9525" cap="flat">
              <a:solidFill>
                <a:srgbClr val="0C65CD"/>
              </a:solidFill>
              <a:prstDash val="solid"/>
              <a:round/>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chemeClr val="accent6"/>
              </a:solidFill>
              <a:prstDash val="solid"/>
              <a:round/>
            </a:ln>
          </a:top>
          <a:bottom>
            <a:ln w="9525" cap="flat">
              <a:solidFill>
                <a:srgbClr val="0C65CD"/>
              </a:solidFill>
              <a:prstDash val="solid"/>
              <a:round/>
            </a:ln>
          </a:bottom>
          <a:insideH>
            <a:ln w="12700" cap="flat">
              <a:noFill/>
              <a:miter lim="400000"/>
            </a:ln>
          </a:insideH>
          <a:insideV>
            <a:ln w="12700" cap="flat">
              <a:noFill/>
              <a:miter lim="400000"/>
            </a:ln>
          </a:insideV>
        </a:tcBdr>
        <a:fill>
          <a:noFill/>
        </a:fill>
      </a:tcStyle>
    </a:lastRow>
    <a:firstRow>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9525" cap="flat">
              <a:solidFill>
                <a:srgbClr val="0C65CD"/>
              </a:solidFill>
              <a:prstDash val="solid"/>
              <a:round/>
            </a:ln>
          </a:top>
          <a:bottom>
            <a:ln w="9525" cap="flat">
              <a:solidFill>
                <a:srgbClr val="0C65CD"/>
              </a:solidFill>
              <a:prstDash val="solid"/>
              <a:round/>
            </a:ln>
          </a:bottom>
          <a:insideH>
            <a:ln w="12700" cap="flat">
              <a:noFill/>
              <a:miter lim="400000"/>
            </a:ln>
          </a:insideH>
          <a:insideV>
            <a:ln w="12700" cap="flat">
              <a:noFill/>
              <a:miter lim="400000"/>
            </a:ln>
          </a:insideV>
        </a:tcBdr>
        <a:fill>
          <a:solidFill>
            <a:schemeClr val="accent6"/>
          </a:solidFill>
        </a:fill>
      </a:tcStyle>
    </a:firstRow>
  </a:tblStyle>
  <a:tblStyle styleId="{CF821DB8-F4EB-4A41-A1BA-3FCAFE7338EE}" styleName="">
    <a:tblBg/>
    <a:wholeTbl>
      <a:tcTxStyle b="off" i="off">
        <a:font>
          <a:latin typeface="Arial"/>
          <a:ea typeface="Arial"/>
          <a:cs typeface="Arial"/>
        </a:font>
        <a:srgbClr val="000000"/>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F2CBD1"/>
          </a:solidFill>
        </a:fill>
      </a:tcStyle>
    </a:wholeTbl>
    <a:band2H>
      <a:tcTxStyle/>
      <a:tcStyle>
        <a:tcBdr/>
        <a:fill>
          <a:solidFill>
            <a:srgbClr val="F8E7E9"/>
          </a:solidFill>
        </a:fill>
      </a:tcStyle>
    </a:band2H>
    <a:firstCol>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DC2560"/>
          </a:solidFill>
        </a:fill>
      </a:tcStyle>
    </a:firstCol>
    <a:la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381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DC2560"/>
          </a:solidFill>
        </a:fill>
      </a:tcStyle>
    </a:lastRow>
    <a:fir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381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DC2560"/>
          </a:solidFill>
        </a:fill>
      </a:tcStyle>
    </a:firstRow>
  </a:tblStyle>
  <a:tblStyle styleId="{33BA23B1-9221-436E-865A-0063620EA4FD}" styleName="">
    <a:tblBg/>
    <a:wholeTbl>
      <a:tcTxStyle b="off" i="off">
        <a:font>
          <a:latin typeface="Arial"/>
          <a:ea typeface="Arial"/>
          <a:cs typeface="Arial"/>
        </a:font>
        <a:srgbClr val="000000"/>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CAD2ED"/>
          </a:solidFill>
        </a:fill>
      </a:tcStyle>
    </a:wholeTbl>
    <a:band2H>
      <a:tcTxStyle/>
      <a:tcStyle>
        <a:tcBdr/>
        <a:fill>
          <a:solidFill>
            <a:srgbClr val="E6EAF6"/>
          </a:solidFill>
        </a:fill>
      </a:tcStyle>
    </a:band2H>
    <a:firstCol>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6"/>
          </a:solidFill>
        </a:fill>
      </a:tcStyle>
    </a:firstCol>
    <a:la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381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6"/>
          </a:solidFill>
        </a:fill>
      </a:tcStyle>
    </a:lastRow>
    <a:fir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381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6"/>
          </a:solidFill>
        </a:fill>
      </a:tcStyle>
    </a:firstRow>
  </a:tblStyle>
  <a:tblStyle styleId="{2708684C-4D16-4618-839F-0558EEFCDFE6}"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chemeClr val="accent3">
              <a:hueOff val="-3600000"/>
              <a:lumOff val="3392"/>
            </a:schemeClr>
          </a:solidFill>
        </a:fill>
      </a:tcStyle>
    </a:band2H>
    <a:firstCol>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057894"/>
              <a:satOff val="4889"/>
              <a:lumOff val="-33725"/>
            </a:schemeClr>
          </a:solid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3">
              <a:hueOff val="-3600000"/>
              <a:lumOff val="3392"/>
            </a:schemeClr>
          </a:solidFill>
        </a:fill>
      </a:tcStyle>
    </a:lastRow>
    <a:firstRow>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hueOff val="1057894"/>
              <a:satOff val="4889"/>
              <a:lumOff val="-33725"/>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4630"/>
  </p:normalViewPr>
  <p:slideViewPr>
    <p:cSldViewPr snapToGrid="0">
      <p:cViewPr varScale="1">
        <p:scale>
          <a:sx n="113" d="100"/>
          <a:sy n="113" d="100"/>
        </p:scale>
        <p:origin x="808" y="176"/>
      </p:cViewPr>
      <p:guideLst/>
    </p:cSldViewPr>
  </p:slideViewPr>
  <p:notesTextViewPr>
    <p:cViewPr>
      <p:scale>
        <a:sx n="1" d="1"/>
        <a:sy n="1" d="1"/>
      </p:scale>
      <p:origin x="0" y="0"/>
    </p:cViewPr>
  </p:notesTextViewPr>
  <p:sorterViewPr>
    <p:cViewPr>
      <p:scale>
        <a:sx n="100" d="100"/>
        <a:sy n="100" d="100"/>
      </p:scale>
      <p:origin x="0" y="-769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6FAA0A-FC1C-16A3-947D-27CA299F0CC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T"/>
          </a:p>
        </p:txBody>
      </p:sp>
      <p:sp>
        <p:nvSpPr>
          <p:cNvPr id="3" name="Date Placeholder 2">
            <a:extLst>
              <a:ext uri="{FF2B5EF4-FFF2-40B4-BE49-F238E27FC236}">
                <a16:creationId xmlns:a16="http://schemas.microsoft.com/office/drawing/2014/main" id="{70307311-BDEC-D4A7-5DDC-01B587EB82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5C8BDA8-95A5-5741-9E04-1D392DE0C9D6}" type="datetimeFigureOut">
              <a:rPr lang="en-MT" smtClean="0"/>
              <a:t>05/14/2026</a:t>
            </a:fld>
            <a:endParaRPr lang="en-MT"/>
          </a:p>
        </p:txBody>
      </p:sp>
      <p:sp>
        <p:nvSpPr>
          <p:cNvPr id="4" name="Footer Placeholder 3">
            <a:extLst>
              <a:ext uri="{FF2B5EF4-FFF2-40B4-BE49-F238E27FC236}">
                <a16:creationId xmlns:a16="http://schemas.microsoft.com/office/drawing/2014/main" id="{E3FCE49B-559A-A90A-CAF1-B34EC18C782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MT"/>
          </a:p>
        </p:txBody>
      </p:sp>
      <p:sp>
        <p:nvSpPr>
          <p:cNvPr id="5" name="Slide Number Placeholder 4">
            <a:extLst>
              <a:ext uri="{FF2B5EF4-FFF2-40B4-BE49-F238E27FC236}">
                <a16:creationId xmlns:a16="http://schemas.microsoft.com/office/drawing/2014/main" id="{DE2AC87E-DA3E-6219-6F13-32E8211534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A4EB7B2-FA3B-F342-8F52-824AF5CBEE2B}" type="slidenum">
              <a:rPr lang="en-MT" smtClean="0"/>
              <a:t>‹#›</a:t>
            </a:fld>
            <a:endParaRPr lang="en-MT"/>
          </a:p>
        </p:txBody>
      </p:sp>
    </p:spTree>
    <p:extLst>
      <p:ext uri="{BB962C8B-B14F-4D97-AF65-F5344CB8AC3E}">
        <p14:creationId xmlns:p14="http://schemas.microsoft.com/office/powerpoint/2010/main" val="34386062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38" name="Shape 1338"/>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339" name="Shape 1339"/>
          <p:cNvSpPr>
            <a:spLocks noGrp="1"/>
          </p:cNvSpPr>
          <p:nvPr>
            <p:ph type="body" sz="quarter" idx="1"/>
          </p:nvPr>
        </p:nvSpPr>
        <p:spPr>
          <a:xfrm>
            <a:off x="914400" y="4343400"/>
            <a:ext cx="5029200" cy="4114800"/>
          </a:xfrm>
          <a:prstGeom prst="rect">
            <a:avLst/>
          </a:prstGeom>
        </p:spPr>
        <p:txBody>
          <a:bodyPr/>
          <a:lstStyle/>
          <a:p>
            <a:endParaRPr dirty="0"/>
          </a:p>
        </p:txBody>
      </p:sp>
    </p:spTree>
  </p:cSld>
  <p:clrMap bg1="lt1" tx1="dk1" bg2="lt2" tx2="dk2" accent1="accent1" accent2="accent2" accent3="accent3" accent4="accent4" accent5="accent5" accent6="accent6" hlink="hlink" folHlink="folHlink"/>
  <p:notesStyle>
    <a:lvl1pPr defTabSz="457200" latinLnBrk="0">
      <a:defRPr sz="1200" b="0" i="0">
        <a:latin typeface="Arial" panose="020B0604020202020204" pitchFamily="34" charset="0"/>
        <a:ea typeface="+mn-ea"/>
        <a:cs typeface="Arial" panose="020B0604020202020204" pitchFamily="34" charset="0"/>
        <a:sym typeface="Calibri"/>
      </a:defRPr>
    </a:lvl1pPr>
    <a:lvl2pPr indent="228600" defTabSz="457200" latinLnBrk="0">
      <a:defRPr sz="1200">
        <a:latin typeface="+mn-lt"/>
        <a:ea typeface="+mn-ea"/>
        <a:cs typeface="+mn-cs"/>
        <a:sym typeface="Calibri"/>
      </a:defRPr>
    </a:lvl2pPr>
    <a:lvl3pPr indent="457200" defTabSz="457200" latinLnBrk="0">
      <a:defRPr sz="1200">
        <a:latin typeface="+mn-lt"/>
        <a:ea typeface="+mn-ea"/>
        <a:cs typeface="+mn-cs"/>
        <a:sym typeface="Calibri"/>
      </a:defRPr>
    </a:lvl3pPr>
    <a:lvl4pPr indent="685800" defTabSz="457200" latinLnBrk="0">
      <a:defRPr sz="1200">
        <a:latin typeface="+mn-lt"/>
        <a:ea typeface="+mn-ea"/>
        <a:cs typeface="+mn-cs"/>
        <a:sym typeface="Calibri"/>
      </a:defRPr>
    </a:lvl4pPr>
    <a:lvl5pPr indent="914400" defTabSz="457200" latinLnBrk="0">
      <a:defRPr sz="1200">
        <a:latin typeface="+mn-lt"/>
        <a:ea typeface="+mn-ea"/>
        <a:cs typeface="+mn-cs"/>
        <a:sym typeface="Calibri"/>
      </a:defRPr>
    </a:lvl5pPr>
    <a:lvl6pPr indent="1143000" defTabSz="457200" latinLnBrk="0">
      <a:defRPr sz="1200">
        <a:latin typeface="+mn-lt"/>
        <a:ea typeface="+mn-ea"/>
        <a:cs typeface="+mn-cs"/>
        <a:sym typeface="Calibri"/>
      </a:defRPr>
    </a:lvl6pPr>
    <a:lvl7pPr indent="1371600" defTabSz="457200" latinLnBrk="0">
      <a:defRPr sz="1200">
        <a:latin typeface="+mn-lt"/>
        <a:ea typeface="+mn-ea"/>
        <a:cs typeface="+mn-cs"/>
        <a:sym typeface="Calibri"/>
      </a:defRPr>
    </a:lvl7pPr>
    <a:lvl8pPr indent="1600200" defTabSz="457200" latinLnBrk="0">
      <a:defRPr sz="1200">
        <a:latin typeface="+mn-lt"/>
        <a:ea typeface="+mn-ea"/>
        <a:cs typeface="+mn-cs"/>
        <a:sym typeface="Calibri"/>
      </a:defRPr>
    </a:lvl8pPr>
    <a:lvl9pPr indent="1828800" defTabSz="457200" latinLnBrk="0">
      <a:defRPr sz="1200">
        <a:latin typeface="+mn-lt"/>
        <a:ea typeface="+mn-ea"/>
        <a:cs typeface="+mn-cs"/>
        <a:sym typeface="Calibri"/>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4A73C4D-E2FF-BC90-DBF6-09E2EA6F6D72}"/>
              </a:ext>
            </a:extLst>
          </p:cNvPr>
          <p:cNvPicPr>
            <a:picLocks noChangeAspect="1"/>
          </p:cNvPicPr>
          <p:nvPr userDrawn="1"/>
        </p:nvPicPr>
        <p:blipFill>
          <a:blip r:embed="rId2"/>
          <a:stretch>
            <a:fillRect/>
          </a:stretch>
        </p:blipFill>
        <p:spPr>
          <a:xfrm>
            <a:off x="10197670" y="5461000"/>
            <a:ext cx="1816100" cy="1206500"/>
          </a:xfrm>
          <a:prstGeom prst="rect">
            <a:avLst/>
          </a:prstGeom>
        </p:spPr>
      </p:pic>
      <p:pic>
        <p:nvPicPr>
          <p:cNvPr id="5" name="Picture 4">
            <a:extLst>
              <a:ext uri="{FF2B5EF4-FFF2-40B4-BE49-F238E27FC236}">
                <a16:creationId xmlns:a16="http://schemas.microsoft.com/office/drawing/2014/main" id="{6169F764-5DCA-C9B6-5696-0A62DF5AD932}"/>
              </a:ext>
            </a:extLst>
          </p:cNvPr>
          <p:cNvPicPr>
            <a:picLocks noChangeAspect="1"/>
          </p:cNvPicPr>
          <p:nvPr userDrawn="1"/>
        </p:nvPicPr>
        <p:blipFill>
          <a:blip r:embed="rId3"/>
          <a:stretch>
            <a:fillRect/>
          </a:stretch>
        </p:blipFill>
        <p:spPr>
          <a:xfrm>
            <a:off x="165529" y="190499"/>
            <a:ext cx="1816100" cy="1206500"/>
          </a:xfrm>
          <a:prstGeom prst="rect">
            <a:avLst/>
          </a:prstGeom>
        </p:spPr>
      </p:pic>
      <p:sp>
        <p:nvSpPr>
          <p:cNvPr id="162" name="Text Placeholder 49"/>
          <p:cNvSpPr/>
          <p:nvPr/>
        </p:nvSpPr>
        <p:spPr>
          <a:xfrm>
            <a:off x="3554946" y="4955133"/>
            <a:ext cx="2120057"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400">
                <a:solidFill>
                  <a:schemeClr val="accent3">
                    <a:hueOff val="-3600000"/>
                    <a:lumOff val="3392"/>
                  </a:schemeClr>
                </a:solidFill>
              </a:defRPr>
            </a:lvl1pPr>
          </a:lstStyle>
          <a:p>
            <a:r>
              <a:t> </a:t>
            </a:r>
          </a:p>
        </p:txBody>
      </p:sp>
      <p:sp>
        <p:nvSpPr>
          <p:cNvPr id="163" name="Rectangle"/>
          <p:cNvSpPr/>
          <p:nvPr/>
        </p:nvSpPr>
        <p:spPr>
          <a:xfrm>
            <a:off x="165529" y="190499"/>
            <a:ext cx="11848241" cy="6477001"/>
          </a:xfrm>
          <a:prstGeom prst="rect">
            <a:avLst/>
          </a:prstGeom>
          <a:ln>
            <a:solidFill>
              <a:schemeClr val="tx1"/>
            </a:solidFill>
            <a:miter lim="400000"/>
          </a:ln>
        </p:spPr>
        <p:txBody>
          <a:bodyPr tIns="91439" bIns="91439" anchor="ctr"/>
          <a:lstStyle/>
          <a:p>
            <a:pPr algn="ctr">
              <a:lnSpc>
                <a:spcPct val="100000"/>
              </a:lnSpc>
              <a:defRPr sz="2800">
                <a:solidFill>
                  <a:schemeClr val="accent3"/>
                </a:solidFill>
              </a:defRPr>
            </a:pPr>
            <a:endParaRPr/>
          </a:p>
        </p:txBody>
      </p:sp>
      <p:sp>
        <p:nvSpPr>
          <p:cNvPr id="164" name="Presentation subtitle goes here."/>
          <p:cNvSpPr txBox="1">
            <a:spLocks noGrp="1"/>
          </p:cNvSpPr>
          <p:nvPr>
            <p:ph type="body" sz="quarter" idx="21" hasCustomPrompt="1"/>
          </p:nvPr>
        </p:nvSpPr>
        <p:spPr>
          <a:xfrm>
            <a:off x="640800" y="5850000"/>
            <a:ext cx="3818481" cy="630165"/>
          </a:xfrm>
          <a:prstGeom prst="rect">
            <a:avLst/>
          </a:prstGeom>
        </p:spPr>
        <p:txBody>
          <a:bodyPr lIns="0" tIns="0" rIns="0" bIns="0"/>
          <a:lstStyle>
            <a:lvl1pPr>
              <a:lnSpc>
                <a:spcPts val="1000"/>
              </a:lnSpc>
              <a:spcBef>
                <a:spcPts val="0"/>
              </a:spcBef>
              <a:tabLst>
                <a:tab pos="2222500" algn="l"/>
              </a:tabLst>
              <a:defRPr sz="700" spc="-25">
                <a:solidFill>
                  <a:srgbClr val="A32200"/>
                </a:solidFill>
              </a:defRPr>
            </a:lvl1pPr>
          </a:lstStyle>
          <a:p>
            <a:r>
              <a:rPr dirty="0"/>
              <a:t>Presentation subtitle goes here.</a:t>
            </a:r>
          </a:p>
        </p:txBody>
      </p:sp>
      <p:sp>
        <p:nvSpPr>
          <p:cNvPr id="166" name="Presentation subtitle goes here."/>
          <p:cNvSpPr txBox="1">
            <a:spLocks noGrp="1"/>
          </p:cNvSpPr>
          <p:nvPr>
            <p:ph type="body" sz="quarter" idx="23" hasCustomPrompt="1"/>
          </p:nvPr>
        </p:nvSpPr>
        <p:spPr>
          <a:xfrm>
            <a:off x="640800" y="4574120"/>
            <a:ext cx="8822225" cy="914427"/>
          </a:xfrm>
          <a:prstGeom prst="rect">
            <a:avLst/>
          </a:prstGeom>
        </p:spPr>
        <p:txBody>
          <a:bodyPr lIns="0" tIns="0" rIns="0" bIns="0"/>
          <a:lstStyle>
            <a:lvl1pPr>
              <a:lnSpc>
                <a:spcPts val="2000"/>
              </a:lnSpc>
              <a:spcBef>
                <a:spcPts val="0"/>
              </a:spcBef>
              <a:tabLst>
                <a:tab pos="2222500" algn="l"/>
              </a:tabLst>
              <a:defRPr sz="2000" spc="-71">
                <a:solidFill>
                  <a:schemeClr val="bg1"/>
                </a:solidFill>
              </a:defRPr>
            </a:lvl1pPr>
          </a:lstStyle>
          <a:p>
            <a:r>
              <a:rPr dirty="0"/>
              <a:t>Presentation subtitle goes here.</a:t>
            </a:r>
          </a:p>
        </p:txBody>
      </p:sp>
      <p:sp>
        <p:nvSpPr>
          <p:cNvPr id="10" name="Subtitle 2">
            <a:extLst>
              <a:ext uri="{FF2B5EF4-FFF2-40B4-BE49-F238E27FC236}">
                <a16:creationId xmlns:a16="http://schemas.microsoft.com/office/drawing/2014/main" id="{2F44458A-4D04-C6D0-24DA-103FE0768467}"/>
              </a:ext>
            </a:extLst>
          </p:cNvPr>
          <p:cNvSpPr>
            <a:spLocks noGrp="1"/>
          </p:cNvSpPr>
          <p:nvPr>
            <p:ph type="subTitle" idx="1" hasCustomPrompt="1"/>
          </p:nvPr>
        </p:nvSpPr>
        <p:spPr>
          <a:xfrm>
            <a:off x="644227" y="2845823"/>
            <a:ext cx="8820000" cy="1513235"/>
          </a:xfrm>
          <a:prstGeom prst="rect">
            <a:avLst/>
          </a:prstGeom>
        </p:spPr>
        <p:txBody>
          <a:bodyPr wrap="square" lIns="0" tIns="0" rIns="0" bIns="0" anchor="t" anchorCtr="0">
            <a:noAutofit/>
          </a:bodyPr>
          <a:lstStyle>
            <a:lvl1pPr marL="0" indent="0" algn="l">
              <a:lnSpc>
                <a:spcPts val="5500"/>
              </a:lnSpc>
              <a:spcBef>
                <a:spcPts val="800"/>
              </a:spcBef>
              <a:buNone/>
              <a:defRPr sz="6000" b="1" i="0" spc="-300">
                <a:solidFill>
                  <a:schemeClr val="tx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Presentation title</a:t>
            </a:r>
          </a:p>
          <a:p>
            <a:r>
              <a:rPr lang="en-US" dirty="0"/>
              <a:t>goes here.</a:t>
            </a:r>
          </a:p>
        </p:txBody>
      </p:sp>
      <p:pic>
        <p:nvPicPr>
          <p:cNvPr id="2" name="Picture 1">
            <a:extLst>
              <a:ext uri="{FF2B5EF4-FFF2-40B4-BE49-F238E27FC236}">
                <a16:creationId xmlns:a16="http://schemas.microsoft.com/office/drawing/2014/main" id="{D3154DDD-3D9A-5E49-4676-55F39F4870EE}"/>
              </a:ext>
            </a:extLst>
          </p:cNvPr>
          <p:cNvPicPr>
            <a:picLocks noChangeAspect="1"/>
          </p:cNvPicPr>
          <p:nvPr userDrawn="1"/>
        </p:nvPicPr>
        <p:blipFill>
          <a:blip r:embed="rId4"/>
          <a:stretch>
            <a:fillRect/>
          </a:stretch>
        </p:blipFill>
        <p:spPr>
          <a:xfrm>
            <a:off x="10121449" y="507429"/>
            <a:ext cx="1496116" cy="748058"/>
          </a:xfrm>
          <a:prstGeom prst="rect">
            <a:avLst/>
          </a:prstGeom>
        </p:spPr>
      </p:pic>
    </p:spTree>
    <p:extLst>
      <p:ext uri="{BB962C8B-B14F-4D97-AF65-F5344CB8AC3E}">
        <p14:creationId xmlns:p14="http://schemas.microsoft.com/office/powerpoint/2010/main" val="810603038"/>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rgbClr val="0BA2B3"/>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4F7324-CA8B-196E-4623-63A5CEE8EAF1}"/>
              </a:ext>
            </a:extLst>
          </p:cNvPr>
          <p:cNvPicPr>
            <a:picLocks noChangeAspect="1"/>
          </p:cNvPicPr>
          <p:nvPr userDrawn="1"/>
        </p:nvPicPr>
        <p:blipFill>
          <a:blip r:embed="rId2"/>
          <a:stretch>
            <a:fillRect/>
          </a:stretch>
        </p:blipFill>
        <p:spPr>
          <a:xfrm>
            <a:off x="10489770" y="5461000"/>
            <a:ext cx="1524000" cy="1206500"/>
          </a:xfrm>
          <a:prstGeom prst="rect">
            <a:avLst/>
          </a:prstGeom>
        </p:spPr>
      </p:pic>
      <p:sp>
        <p:nvSpPr>
          <p:cNvPr id="402" name="Text Placeholder 49"/>
          <p:cNvSpPr/>
          <p:nvPr/>
        </p:nvSpPr>
        <p:spPr>
          <a:xfrm>
            <a:off x="3554946" y="4955133"/>
            <a:ext cx="2120057"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400">
                <a:solidFill>
                  <a:schemeClr val="accent3">
                    <a:hueOff val="-3600000"/>
                    <a:lumOff val="3392"/>
                  </a:schemeClr>
                </a:solidFill>
              </a:defRPr>
            </a:lvl1pPr>
          </a:lstStyle>
          <a:p>
            <a:r>
              <a:t> </a:t>
            </a:r>
          </a:p>
        </p:txBody>
      </p:sp>
      <p:sp>
        <p:nvSpPr>
          <p:cNvPr id="404" name="Presentation subtitle goes here."/>
          <p:cNvSpPr txBox="1">
            <a:spLocks noGrp="1"/>
          </p:cNvSpPr>
          <p:nvPr>
            <p:ph type="body" sz="quarter" idx="22" hasCustomPrompt="1"/>
          </p:nvPr>
        </p:nvSpPr>
        <p:spPr>
          <a:xfrm>
            <a:off x="640800" y="5886454"/>
            <a:ext cx="8280000" cy="451754"/>
          </a:xfrm>
          <a:prstGeom prst="rect">
            <a:avLst/>
          </a:prstGeom>
        </p:spPr>
        <p:txBody>
          <a:bodyPr lIns="0" tIns="0" rIns="0" bIns="0"/>
          <a:lstStyle>
            <a:lvl1pPr>
              <a:lnSpc>
                <a:spcPts val="1500"/>
              </a:lnSpc>
              <a:spcBef>
                <a:spcPts val="0"/>
              </a:spcBef>
              <a:tabLst>
                <a:tab pos="2222500" algn="l"/>
              </a:tabLst>
              <a:defRPr sz="1500" spc="-53">
                <a:solidFill>
                  <a:schemeClr val="bg1"/>
                </a:solidFill>
              </a:defRPr>
            </a:lvl1pPr>
          </a:lstStyle>
          <a:p>
            <a:r>
              <a:rPr dirty="0"/>
              <a:t>Presentation subtitle goes here.</a:t>
            </a:r>
          </a:p>
        </p:txBody>
      </p:sp>
      <p:sp>
        <p:nvSpPr>
          <p:cNvPr id="411" name="Rectangle"/>
          <p:cNvSpPr/>
          <p:nvPr/>
        </p:nvSpPr>
        <p:spPr>
          <a:xfrm>
            <a:off x="165529" y="190499"/>
            <a:ext cx="11848241" cy="6477001"/>
          </a:xfrm>
          <a:prstGeom prst="rect">
            <a:avLst/>
          </a:prstGeom>
          <a:ln>
            <a:solidFill>
              <a:schemeClr val="tx1"/>
            </a:solidFill>
            <a:miter lim="400000"/>
          </a:ln>
        </p:spPr>
        <p:txBody>
          <a:bodyPr tIns="91439" bIns="91439" anchor="ctr"/>
          <a:lstStyle/>
          <a:p>
            <a:pPr algn="ctr">
              <a:lnSpc>
                <a:spcPct val="100000"/>
              </a:lnSpc>
              <a:defRPr sz="2800">
                <a:solidFill>
                  <a:schemeClr val="accent3"/>
                </a:solidFill>
              </a:defRPr>
            </a:pPr>
            <a:endParaRPr/>
          </a:p>
        </p:txBody>
      </p:sp>
      <p:sp>
        <p:nvSpPr>
          <p:cNvPr id="2" name="Title 1">
            <a:extLst>
              <a:ext uri="{FF2B5EF4-FFF2-40B4-BE49-F238E27FC236}">
                <a16:creationId xmlns:a16="http://schemas.microsoft.com/office/drawing/2014/main" id="{C47FAC7F-2270-BA58-47C4-1CCA98AFDC48}"/>
              </a:ext>
            </a:extLst>
          </p:cNvPr>
          <p:cNvSpPr>
            <a:spLocks noGrp="1"/>
          </p:cNvSpPr>
          <p:nvPr>
            <p:ph type="title" hasCustomPrompt="1"/>
          </p:nvPr>
        </p:nvSpPr>
        <p:spPr>
          <a:xfrm>
            <a:off x="640800" y="4843803"/>
            <a:ext cx="8280000" cy="1037888"/>
          </a:xfrm>
          <a:prstGeom prst="rect">
            <a:avLst/>
          </a:prstGeom>
        </p:spPr>
        <p:txBody>
          <a:bodyPr lIns="0" tIns="0" rIns="0" bIns="0"/>
          <a:lstStyle>
            <a:lvl1pPr>
              <a:lnSpc>
                <a:spcPts val="4000"/>
              </a:lnSpc>
              <a:spcBef>
                <a:spcPts val="0"/>
              </a:spcBef>
              <a:defRPr sz="4000" spc="-220" baseline="0">
                <a:solidFill>
                  <a:srgbClr val="FFFFFF"/>
                </a:solidFill>
              </a:defRPr>
            </a:lvl1pPr>
          </a:lstStyle>
          <a:p>
            <a:r>
              <a:rPr lang="en-GB" dirty="0"/>
              <a:t>Presentation title goes here</a:t>
            </a:r>
            <a:br>
              <a:rPr lang="en-GB" dirty="0"/>
            </a:br>
            <a:r>
              <a:rPr lang="en-GB" dirty="0"/>
              <a:t>in maximum 2 lines.</a:t>
            </a:r>
            <a:endParaRPr lang="en-RS" dirty="0"/>
          </a:p>
        </p:txBody>
      </p:sp>
      <p:pic>
        <p:nvPicPr>
          <p:cNvPr id="6" name="Picture 5">
            <a:extLst>
              <a:ext uri="{FF2B5EF4-FFF2-40B4-BE49-F238E27FC236}">
                <a16:creationId xmlns:a16="http://schemas.microsoft.com/office/drawing/2014/main" id="{133CDE45-56ED-B37C-C67D-C43BC1CBB05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616196" y="435122"/>
            <a:ext cx="1116970" cy="363664"/>
          </a:xfrm>
          <a:prstGeom prst="rect">
            <a:avLst/>
          </a:prstGeom>
        </p:spPr>
      </p:pic>
    </p:spTree>
    <p:extLst>
      <p:ext uri="{BB962C8B-B14F-4D97-AF65-F5344CB8AC3E}">
        <p14:creationId xmlns:p14="http://schemas.microsoft.com/office/powerpoint/2010/main" val="370291974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chemeClr val="bg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p:txBody>
          <a:bodyPr/>
          <a:lstStyle/>
          <a:p>
            <a:fld id="{86CB4B4D-7CA3-9044-876B-883B54F8677D}" type="slidenum">
              <a:rPr lang="en-MT" smtClean="0"/>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p:cNvSpPr>
          <p:nvPr>
            <p:ph type="body" sz="quarter" idx="15" hasCustomPrompt="1"/>
          </p:nvPr>
        </p:nvSpPr>
        <p:spPr>
          <a:xfrm>
            <a:off x="360000" y="1440000"/>
            <a:ext cx="9000000" cy="360000"/>
          </a:xfrm>
          <a:prstGeom prst="rect">
            <a:avLst/>
          </a:prstGeom>
        </p:spPr>
        <p:txBody>
          <a:bodyPr lIns="0" tIns="0" rIns="0" bIns="0">
            <a:noAutofit/>
          </a:bodyPr>
          <a:lstStyle>
            <a:lvl1pPr>
              <a:lnSpc>
                <a:spcPts val="2200"/>
              </a:lnSpc>
              <a:spcBef>
                <a:spcPts val="0"/>
              </a:spcBef>
              <a:defRPr sz="2200" b="1" spc="-40" baseline="0">
                <a:solidFill>
                  <a:schemeClr val="bg1"/>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chemeClr val="bg1"/>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9000000" cy="4320000"/>
          </a:xfrm>
          <a:prstGeom prst="rect">
            <a:avLst/>
          </a:prstGeom>
        </p:spPr>
        <p:txBody>
          <a:bodyPr wrap="square" lIns="0" tIns="0" rIns="0" bIns="0">
            <a:noAutofit/>
          </a:bodyPr>
          <a:lstStyle>
            <a:lvl1pPr>
              <a:buClr>
                <a:schemeClr val="bg1"/>
              </a:buClr>
              <a:buSzPct val="100000"/>
              <a:defRPr>
                <a:solidFill>
                  <a:schemeClr val="bg1"/>
                </a:solidFill>
              </a:defRPr>
            </a:lvl1pPr>
            <a:lvl2pPr>
              <a:buClr>
                <a:schemeClr val="bg1"/>
              </a:buClr>
              <a:buSzPct val="100000"/>
              <a:defRPr baseline="0">
                <a:solidFill>
                  <a:schemeClr val="bg1"/>
                </a:solidFill>
              </a:defRPr>
            </a:lvl2pPr>
            <a:lvl3pPr>
              <a:buClr>
                <a:schemeClr val="bg1"/>
              </a:buClr>
              <a:buSzPct val="100000"/>
              <a:defRPr>
                <a:solidFill>
                  <a:schemeClr val="bg1"/>
                </a:solidFill>
              </a:defRPr>
            </a:lvl3pPr>
            <a:lvl4pPr>
              <a:buClr>
                <a:schemeClr val="bg1"/>
              </a:buClr>
              <a:buSzPct val="100000"/>
              <a:defRPr>
                <a:solidFill>
                  <a:schemeClr val="bg1"/>
                </a:solidFill>
              </a:defRPr>
            </a:lvl4pPr>
            <a:lvl5pPr>
              <a:buClr>
                <a:schemeClr val="bg1"/>
              </a:buClr>
              <a:buSzPct val="10000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2854849"/>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3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and Content Dar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rgbClr val="FFFFFF"/>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p:cNvSpPr>
          <p:nvPr>
            <p:ph type="body" sz="quarter" idx="15" hasCustomPrompt="1"/>
          </p:nvPr>
        </p:nvSpPr>
        <p:spPr>
          <a:xfrm>
            <a:off x="360000" y="1440000"/>
            <a:ext cx="9000000" cy="360000"/>
          </a:xfrm>
          <a:prstGeom prst="rect">
            <a:avLst/>
          </a:prstGeom>
        </p:spPr>
        <p:txBody>
          <a:bodyPr lIns="0" tIns="0" rIns="0" bIns="0">
            <a:noAutofit/>
          </a:bodyPr>
          <a:lstStyle>
            <a:lvl1pPr>
              <a:lnSpc>
                <a:spcPts val="2200"/>
              </a:lnSpc>
              <a:spcBef>
                <a:spcPts val="0"/>
              </a:spcBef>
              <a:defRPr sz="2200" b="1" spc="-40" baseline="0">
                <a:solidFill>
                  <a:srgbClr val="FFFFFF"/>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rgbClr val="FFFFFF"/>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9000000" cy="4320000"/>
          </a:xfrm>
          <a:prstGeom prst="rect">
            <a:avLst/>
          </a:prstGeom>
        </p:spPr>
        <p:txBody>
          <a:bodyPr wrap="square" lIns="0" tIns="0" rIns="0" bIns="0">
            <a:noAutofit/>
          </a:bodyPr>
          <a:lstStyle>
            <a:lvl1pPr>
              <a:buClr>
                <a:srgbClr val="FFFFFF"/>
              </a:buClr>
              <a:buSzPct val="100000"/>
              <a:defRPr>
                <a:solidFill>
                  <a:srgbClr val="FFFFFF"/>
                </a:solidFill>
              </a:defRPr>
            </a:lvl1pPr>
            <a:lvl2pPr>
              <a:buClr>
                <a:srgbClr val="FFFFFF"/>
              </a:buClr>
              <a:buSzPct val="100000"/>
              <a:defRPr baseline="0">
                <a:solidFill>
                  <a:srgbClr val="FFFFFF"/>
                </a:solidFill>
              </a:defRPr>
            </a:lvl2pPr>
            <a:lvl3pPr>
              <a:buClr>
                <a:srgbClr val="FFFFFF"/>
              </a:buClr>
              <a:buSzPct val="100000"/>
              <a:defRPr>
                <a:solidFill>
                  <a:srgbClr val="FFFFFF"/>
                </a:solidFill>
              </a:defRPr>
            </a:lvl3pPr>
            <a:lvl4pPr>
              <a:buClr>
                <a:srgbClr val="FFFFFF"/>
              </a:buClr>
              <a:buSzPct val="100000"/>
              <a:defRPr>
                <a:solidFill>
                  <a:srgbClr val="FFFFFF"/>
                </a:solidFill>
              </a:defRPr>
            </a:lvl4pPr>
            <a:lvl5pPr>
              <a:buClr>
                <a:srgbClr val="FFFFFF"/>
              </a:buClr>
              <a:buSzPct val="100000"/>
              <a:defRPr>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26">
            <a:extLst>
              <a:ext uri="{FF2B5EF4-FFF2-40B4-BE49-F238E27FC236}">
                <a16:creationId xmlns:a16="http://schemas.microsoft.com/office/drawing/2014/main" id="{1AF881B0-6E18-8D27-53FB-8E78FA3095F7}"/>
              </a:ext>
            </a:extLst>
          </p:cNvPr>
          <p:cNvSpPr/>
          <p:nvPr userDrawn="1"/>
        </p:nvSpPr>
        <p:spPr>
          <a:xfrm>
            <a:off x="500" y="6761481"/>
            <a:ext cx="12178800" cy="96520"/>
          </a:xfrm>
          <a:prstGeom prst="rect">
            <a:avLst/>
          </a:prstGeom>
          <a:solidFill>
            <a:schemeClr val="accent4"/>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4" name="Picture 3">
            <a:extLst>
              <a:ext uri="{FF2B5EF4-FFF2-40B4-BE49-F238E27FC236}">
                <a16:creationId xmlns:a16="http://schemas.microsoft.com/office/drawing/2014/main" id="{B8B9E036-63B8-BABD-33F1-5BC9082BA90C}"/>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2748429553"/>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Teal">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rgbClr val="FFFFFF"/>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p:cNvSpPr>
          <p:nvPr>
            <p:ph type="body" sz="quarter" idx="15" hasCustomPrompt="1"/>
          </p:nvPr>
        </p:nvSpPr>
        <p:spPr>
          <a:xfrm>
            <a:off x="360000" y="1440000"/>
            <a:ext cx="9000000" cy="360000"/>
          </a:xfrm>
          <a:prstGeom prst="rect">
            <a:avLst/>
          </a:prstGeom>
        </p:spPr>
        <p:txBody>
          <a:bodyPr lIns="0" tIns="0" rIns="0" bIns="0">
            <a:noAutofit/>
          </a:bodyPr>
          <a:lstStyle>
            <a:lvl1pPr>
              <a:lnSpc>
                <a:spcPts val="2200"/>
              </a:lnSpc>
              <a:spcBef>
                <a:spcPts val="0"/>
              </a:spcBef>
              <a:defRPr sz="2200" b="1" spc="-40" baseline="0">
                <a:solidFill>
                  <a:srgbClr val="FFFFFF"/>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rgbClr val="FFFFFF"/>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9000000" cy="4320000"/>
          </a:xfrm>
          <a:prstGeom prst="rect">
            <a:avLst/>
          </a:prstGeom>
        </p:spPr>
        <p:txBody>
          <a:bodyPr wrap="square" lIns="0" tIns="0" rIns="0" bIns="0">
            <a:noAutofit/>
          </a:bodyPr>
          <a:lstStyle>
            <a:lvl1pPr>
              <a:buClr>
                <a:srgbClr val="FFFFFF"/>
              </a:buClr>
              <a:buSzPct val="100000"/>
              <a:defRPr>
                <a:solidFill>
                  <a:srgbClr val="FFFFFF"/>
                </a:solidFill>
              </a:defRPr>
            </a:lvl1pPr>
            <a:lvl2pPr>
              <a:buClr>
                <a:srgbClr val="FFFFFF"/>
              </a:buClr>
              <a:buSzPct val="100000"/>
              <a:defRPr baseline="0">
                <a:solidFill>
                  <a:srgbClr val="FFFFFF"/>
                </a:solidFill>
              </a:defRPr>
            </a:lvl2pPr>
            <a:lvl3pPr>
              <a:buClr>
                <a:srgbClr val="FFFFFF"/>
              </a:buClr>
              <a:buSzPct val="100000"/>
              <a:defRPr>
                <a:solidFill>
                  <a:srgbClr val="FFFFFF"/>
                </a:solidFill>
              </a:defRPr>
            </a:lvl3pPr>
            <a:lvl4pPr>
              <a:buClr>
                <a:srgbClr val="FFFFFF"/>
              </a:buClr>
              <a:buSzPct val="100000"/>
              <a:defRPr>
                <a:solidFill>
                  <a:srgbClr val="FFFFFF"/>
                </a:solidFill>
              </a:defRPr>
            </a:lvl4pPr>
            <a:lvl5pPr>
              <a:buClr>
                <a:srgbClr val="FFFFFF"/>
              </a:buClr>
              <a:buSzPct val="100000"/>
              <a:defRPr>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26">
            <a:extLst>
              <a:ext uri="{FF2B5EF4-FFF2-40B4-BE49-F238E27FC236}">
                <a16:creationId xmlns:a16="http://schemas.microsoft.com/office/drawing/2014/main" id="{8094EDF9-0B9F-F29C-3C80-EFBD9E4D6C49}"/>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5" name="Picture 4">
            <a:extLst>
              <a:ext uri="{FF2B5EF4-FFF2-40B4-BE49-F238E27FC236}">
                <a16:creationId xmlns:a16="http://schemas.microsoft.com/office/drawing/2014/main" id="{84167BFE-ED3C-83B8-FECA-185F5C7BA577}"/>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326924384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B5EC6-D35A-10B8-5EA0-50BF83AD45B9}"/>
              </a:ext>
            </a:extLst>
          </p:cNvPr>
          <p:cNvSpPr>
            <a:spLocks noGrp="1"/>
          </p:cNvSpPr>
          <p:nvPr>
            <p:ph type="title" hasCustomPrompt="1"/>
          </p:nvPr>
        </p:nvSpPr>
        <p:spPr/>
        <p:txBody>
          <a:bodyPr/>
          <a:lstStyle>
            <a:lvl1pPr>
              <a:defRPr>
                <a:solidFill>
                  <a:schemeClr val="bg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9269A480-B1A1-5C47-6F30-1A57779A5887}"/>
              </a:ext>
            </a:extLst>
          </p:cNvPr>
          <p:cNvSpPr>
            <a:spLocks noGrp="1"/>
          </p:cNvSpPr>
          <p:nvPr>
            <p:ph type="sldNum" sz="quarter" idx="10"/>
          </p:nvPr>
        </p:nvSpPr>
        <p:spPr/>
        <p:txBody>
          <a:bodyPr/>
          <a:lstStyle/>
          <a:p>
            <a:fld id="{86CB4B4D-7CA3-9044-876B-883B54F8677D}" type="slidenum">
              <a:rPr lang="en-MT" smtClean="0"/>
              <a:t>‹#›</a:t>
            </a:fld>
            <a:endParaRPr lang="en-MT" dirty="0"/>
          </a:p>
        </p:txBody>
      </p:sp>
    </p:spTree>
    <p:extLst>
      <p:ext uri="{BB962C8B-B14F-4D97-AF65-F5344CB8AC3E}">
        <p14:creationId xmlns:p14="http://schemas.microsoft.com/office/powerpoint/2010/main" val="1437223348"/>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3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Headline only Dar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rgbClr val="FFFFFF"/>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4" name="Rectangle 26">
            <a:extLst>
              <a:ext uri="{FF2B5EF4-FFF2-40B4-BE49-F238E27FC236}">
                <a16:creationId xmlns:a16="http://schemas.microsoft.com/office/drawing/2014/main" id="{A37C948F-854A-8FBB-50DD-E5D312C9C27A}"/>
              </a:ext>
            </a:extLst>
          </p:cNvPr>
          <p:cNvSpPr/>
          <p:nvPr userDrawn="1"/>
        </p:nvSpPr>
        <p:spPr>
          <a:xfrm>
            <a:off x="500" y="6761481"/>
            <a:ext cx="12178800" cy="96520"/>
          </a:xfrm>
          <a:prstGeom prst="rect">
            <a:avLst/>
          </a:prstGeom>
          <a:solidFill>
            <a:schemeClr val="accent4"/>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5" name="Picture 4">
            <a:extLst>
              <a:ext uri="{FF2B5EF4-FFF2-40B4-BE49-F238E27FC236}">
                <a16:creationId xmlns:a16="http://schemas.microsoft.com/office/drawing/2014/main" id="{AA22D9B2-02EB-3F5D-FE5D-896350F8429D}"/>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1631166975"/>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Headline only Teal">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rgbClr val="FFFFFF"/>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5" name="Rectangle 26">
            <a:extLst>
              <a:ext uri="{FF2B5EF4-FFF2-40B4-BE49-F238E27FC236}">
                <a16:creationId xmlns:a16="http://schemas.microsoft.com/office/drawing/2014/main" id="{0F83599E-08BA-C7BD-E23C-5534343B05C5}"/>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4" name="Picture 3">
            <a:extLst>
              <a:ext uri="{FF2B5EF4-FFF2-40B4-BE49-F238E27FC236}">
                <a16:creationId xmlns:a16="http://schemas.microsoft.com/office/drawing/2014/main" id="{28ED4990-B85C-39F0-60DA-A271B7492A1E}"/>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244110458"/>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2 Content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BF7E67D-18D5-6A8D-7953-FEA5113E7AB7}"/>
              </a:ext>
            </a:extLst>
          </p:cNvPr>
          <p:cNvPicPr>
            <a:picLocks noChangeAspect="1"/>
          </p:cNvPicPr>
          <p:nvPr userDrawn="1"/>
        </p:nvPicPr>
        <p:blipFill>
          <a:blip r:embed="rId2"/>
          <a:stretch>
            <a:fillRect/>
          </a:stretch>
        </p:blipFill>
        <p:spPr>
          <a:xfrm>
            <a:off x="6089650" y="0"/>
            <a:ext cx="6089650" cy="2087592"/>
          </a:xfrm>
          <a:prstGeom prst="rect">
            <a:avLst/>
          </a:prstGeom>
        </p:spPr>
      </p:pic>
      <p:pic>
        <p:nvPicPr>
          <p:cNvPr id="7" name="Picture 6">
            <a:extLst>
              <a:ext uri="{FF2B5EF4-FFF2-40B4-BE49-F238E27FC236}">
                <a16:creationId xmlns:a16="http://schemas.microsoft.com/office/drawing/2014/main" id="{B02CA3FB-76AE-FD67-66CE-9977642A8241}"/>
              </a:ext>
            </a:extLst>
          </p:cNvPr>
          <p:cNvPicPr>
            <a:picLocks noChangeAspect="1"/>
          </p:cNvPicPr>
          <p:nvPr userDrawn="1"/>
        </p:nvPicPr>
        <p:blipFill>
          <a:blip r:embed="rId3"/>
          <a:stretch>
            <a:fillRect/>
          </a:stretch>
        </p:blipFill>
        <p:spPr>
          <a:xfrm>
            <a:off x="0" y="2692400"/>
            <a:ext cx="4178300" cy="4165600"/>
          </a:xfrm>
          <a:prstGeom prst="rect">
            <a:avLst/>
          </a:prstGeom>
        </p:spPr>
      </p:pic>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chemeClr val="bg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p:txBody>
          <a:bodyPr/>
          <a:lstStyle>
            <a:lvl1pPr>
              <a:defRPr>
                <a:solidFill>
                  <a:schemeClr val="bg1"/>
                </a:solidFill>
              </a:defRPr>
            </a:lvl1pPr>
          </a:lstStyle>
          <a:p>
            <a:fld id="{86CB4B4D-7CA3-9044-876B-883B54F8677D}" type="slidenum">
              <a:rPr lang="en-MT" smtClean="0"/>
              <a:pPr/>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noChangeAspect="1"/>
          </p:cNvSpPr>
          <p:nvPr>
            <p:ph type="body" sz="quarter" idx="15" hasCustomPrompt="1"/>
          </p:nvPr>
        </p:nvSpPr>
        <p:spPr>
          <a:xfrm>
            <a:off x="360000" y="1440000"/>
            <a:ext cx="5040000" cy="252000"/>
          </a:xfrm>
          <a:prstGeom prst="rect">
            <a:avLst/>
          </a:prstGeom>
        </p:spPr>
        <p:txBody>
          <a:bodyPr lIns="0" tIns="0" rIns="0" bIns="0">
            <a:noAutofit/>
          </a:bodyPr>
          <a:lstStyle>
            <a:lvl1pPr>
              <a:lnSpc>
                <a:spcPts val="2200"/>
              </a:lnSpc>
              <a:spcBef>
                <a:spcPts val="0"/>
              </a:spcBef>
              <a:defRPr sz="2200" b="1" spc="-40" baseline="0">
                <a:solidFill>
                  <a:schemeClr val="bg1"/>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chemeClr val="bg1"/>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5040000" cy="4320000"/>
          </a:xfrm>
          <a:prstGeom prst="rect">
            <a:avLst/>
          </a:prstGeom>
        </p:spPr>
        <p:txBody>
          <a:bodyPr wrap="square" lIns="0" tIns="0" rIns="0" bIns="0">
            <a:noAutofit/>
          </a:bodyPr>
          <a:lstStyle>
            <a:lvl1pPr>
              <a:buClr>
                <a:schemeClr val="bg2"/>
              </a:buClr>
              <a:buSzPct val="100000"/>
              <a:defRPr>
                <a:solidFill>
                  <a:schemeClr val="bg1"/>
                </a:solidFill>
              </a:defRPr>
            </a:lvl1pPr>
            <a:lvl2pPr>
              <a:buClr>
                <a:schemeClr val="bg2"/>
              </a:buClr>
              <a:buSzPct val="100000"/>
              <a:defRPr baseline="0">
                <a:solidFill>
                  <a:schemeClr val="bg1"/>
                </a:solidFill>
              </a:defRPr>
            </a:lvl2pPr>
            <a:lvl3pPr>
              <a:buClr>
                <a:schemeClr val="bg2"/>
              </a:buClr>
              <a:buSzPct val="100000"/>
              <a:defRPr>
                <a:solidFill>
                  <a:schemeClr val="bg1"/>
                </a:solidFill>
              </a:defRPr>
            </a:lvl3pPr>
            <a:lvl4pPr>
              <a:buClr>
                <a:schemeClr val="bg2"/>
              </a:buClr>
              <a:buSzPct val="100000"/>
              <a:defRPr>
                <a:solidFill>
                  <a:schemeClr val="bg1"/>
                </a:solidFill>
              </a:defRPr>
            </a:lvl4pPr>
            <a:lvl5pPr>
              <a:buClr>
                <a:schemeClr val="bg2"/>
              </a:buClr>
              <a:buSzPct val="10000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CF5A879-E102-A7F6-E438-DA657371CA28}"/>
              </a:ext>
            </a:extLst>
          </p:cNvPr>
          <p:cNvSpPr>
            <a:spLocks noGrp="1" noChangeAspect="1"/>
          </p:cNvSpPr>
          <p:nvPr>
            <p:ph type="body" sz="quarter" idx="17" hasCustomPrompt="1"/>
          </p:nvPr>
        </p:nvSpPr>
        <p:spPr>
          <a:xfrm>
            <a:off x="6089650" y="1440000"/>
            <a:ext cx="5040000" cy="252000"/>
          </a:xfrm>
          <a:prstGeom prst="rect">
            <a:avLst/>
          </a:prstGeom>
        </p:spPr>
        <p:txBody>
          <a:bodyPr lIns="0" tIns="0" rIns="0" bIns="0">
            <a:noAutofit/>
          </a:bodyPr>
          <a:lstStyle>
            <a:lvl1pPr>
              <a:lnSpc>
                <a:spcPts val="2200"/>
              </a:lnSpc>
              <a:spcBef>
                <a:spcPts val="0"/>
              </a:spcBef>
              <a:defRPr sz="2200" b="1" spc="-40" baseline="0">
                <a:solidFill>
                  <a:schemeClr val="bg1"/>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chemeClr val="bg1"/>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5" name="Content Placeholder 2">
            <a:extLst>
              <a:ext uri="{FF2B5EF4-FFF2-40B4-BE49-F238E27FC236}">
                <a16:creationId xmlns:a16="http://schemas.microsoft.com/office/drawing/2014/main" id="{89492F2E-9B45-D3A3-949A-69F4E3A117F0}"/>
              </a:ext>
            </a:extLst>
          </p:cNvPr>
          <p:cNvSpPr>
            <a:spLocks noGrp="1"/>
          </p:cNvSpPr>
          <p:nvPr>
            <p:ph idx="18"/>
          </p:nvPr>
        </p:nvSpPr>
        <p:spPr>
          <a:xfrm>
            <a:off x="6089650" y="1799999"/>
            <a:ext cx="5040000" cy="4320000"/>
          </a:xfrm>
          <a:prstGeom prst="rect">
            <a:avLst/>
          </a:prstGeom>
        </p:spPr>
        <p:txBody>
          <a:bodyPr wrap="square" lIns="0" tIns="0" rIns="0" bIns="0">
            <a:noAutofit/>
          </a:bodyPr>
          <a:lstStyle>
            <a:lvl1pPr>
              <a:buClr>
                <a:schemeClr val="bg2"/>
              </a:buClr>
              <a:buSzPct val="100000"/>
              <a:defRPr>
                <a:solidFill>
                  <a:schemeClr val="bg1"/>
                </a:solidFill>
              </a:defRPr>
            </a:lvl1pPr>
            <a:lvl2pPr>
              <a:buClr>
                <a:schemeClr val="bg2"/>
              </a:buClr>
              <a:buSzPct val="100000"/>
              <a:defRPr baseline="0">
                <a:solidFill>
                  <a:schemeClr val="bg1"/>
                </a:solidFill>
              </a:defRPr>
            </a:lvl2pPr>
            <a:lvl3pPr>
              <a:buClr>
                <a:schemeClr val="bg2"/>
              </a:buClr>
              <a:buSzPct val="100000"/>
              <a:defRPr>
                <a:solidFill>
                  <a:schemeClr val="bg1"/>
                </a:solidFill>
              </a:defRPr>
            </a:lvl3pPr>
            <a:lvl4pPr>
              <a:buClr>
                <a:schemeClr val="bg2"/>
              </a:buClr>
              <a:buSzPct val="100000"/>
              <a:defRPr>
                <a:solidFill>
                  <a:schemeClr val="bg1"/>
                </a:solidFill>
              </a:defRPr>
            </a:lvl4pPr>
            <a:lvl5pPr>
              <a:buClr>
                <a:schemeClr val="bg2"/>
              </a:buClr>
              <a:buSzPct val="10000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Rectangle 26">
            <a:extLst>
              <a:ext uri="{FF2B5EF4-FFF2-40B4-BE49-F238E27FC236}">
                <a16:creationId xmlns:a16="http://schemas.microsoft.com/office/drawing/2014/main" id="{568F95BD-C79E-1D24-6A04-74C72803F653}"/>
              </a:ext>
            </a:extLst>
          </p:cNvPr>
          <p:cNvSpPr/>
          <p:nvPr userDrawn="1"/>
        </p:nvSpPr>
        <p:spPr>
          <a:xfrm>
            <a:off x="500" y="6761480"/>
            <a:ext cx="12178800"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10" name="Picture 9">
            <a:extLst>
              <a:ext uri="{FF2B5EF4-FFF2-40B4-BE49-F238E27FC236}">
                <a16:creationId xmlns:a16="http://schemas.microsoft.com/office/drawing/2014/main" id="{948CE9FC-0B4F-2C3E-032C-662E264555D7}"/>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667661" y="404660"/>
            <a:ext cx="1063903" cy="346387"/>
          </a:xfrm>
          <a:prstGeom prst="rect">
            <a:avLst/>
          </a:prstGeom>
        </p:spPr>
      </p:pic>
    </p:spTree>
    <p:extLst>
      <p:ext uri="{BB962C8B-B14F-4D97-AF65-F5344CB8AC3E}">
        <p14:creationId xmlns:p14="http://schemas.microsoft.com/office/powerpoint/2010/main" val="175258455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mparison">
    <p:bg>
      <p:bgPr>
        <a:solidFill>
          <a:schemeClr val="accent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EE5D8D0-80F5-51A5-1B07-109FA11D2876}"/>
              </a:ext>
            </a:extLst>
          </p:cNvPr>
          <p:cNvPicPr>
            <a:picLocks noChangeAspect="1"/>
          </p:cNvPicPr>
          <p:nvPr userDrawn="1"/>
        </p:nvPicPr>
        <p:blipFill>
          <a:blip r:embed="rId2"/>
          <a:stretch>
            <a:fillRect/>
          </a:stretch>
        </p:blipFill>
        <p:spPr>
          <a:xfrm>
            <a:off x="0" y="0"/>
            <a:ext cx="7567885" cy="6858000"/>
          </a:xfrm>
          <a:prstGeom prst="rect">
            <a:avLst/>
          </a:prstGeom>
        </p:spPr>
      </p:pic>
      <p:sp>
        <p:nvSpPr>
          <p:cNvPr id="771" name="Slide Number"/>
          <p:cNvSpPr txBox="1">
            <a:spLocks noGrp="1"/>
          </p:cNvSpPr>
          <p:nvPr>
            <p:ph type="sldNum" sz="quarter" idx="2"/>
          </p:nvPr>
        </p:nvSpPr>
        <p:spPr>
          <a:xfrm>
            <a:off x="11574470" y="6480000"/>
            <a:ext cx="157094" cy="153888"/>
          </a:xfrm>
          <a:prstGeom prst="rect">
            <a:avLst/>
          </a:prstGeom>
        </p:spPr>
        <p:txBody>
          <a:bodyPr/>
          <a:lstStyle>
            <a:lvl1pPr>
              <a:defRPr>
                <a:solidFill>
                  <a:schemeClr val="tx1"/>
                </a:solidFill>
              </a:defRPr>
            </a:lvl1pPr>
          </a:lstStyle>
          <a:p>
            <a:fld id="{86CB4B4D-7CA3-9044-876B-883B54F8677D}" type="slidenum">
              <a:rPr lang="en-MT" smtClean="0"/>
              <a:pPr/>
              <a:t>‹#›</a:t>
            </a:fld>
            <a:endParaRPr lang="en-MT"/>
          </a:p>
        </p:txBody>
      </p:sp>
      <p:sp>
        <p:nvSpPr>
          <p:cNvPr id="2" name="Title 1">
            <a:extLst>
              <a:ext uri="{FF2B5EF4-FFF2-40B4-BE49-F238E27FC236}">
                <a16:creationId xmlns:a16="http://schemas.microsoft.com/office/drawing/2014/main" id="{9D122760-6141-1BBA-A1C0-71FC81DE61D6}"/>
              </a:ext>
            </a:extLst>
          </p:cNvPr>
          <p:cNvSpPr>
            <a:spLocks noGrp="1"/>
          </p:cNvSpPr>
          <p:nvPr>
            <p:ph type="title" hasCustomPrompt="1"/>
          </p:nvPr>
        </p:nvSpPr>
        <p:spPr>
          <a:xfrm>
            <a:off x="359999" y="1674394"/>
            <a:ext cx="5040000" cy="900000"/>
          </a:xfrm>
          <a:prstGeom prst="rect">
            <a:avLst/>
          </a:prstGeom>
        </p:spPr>
        <p:txBody>
          <a:bodyPr/>
          <a:lstStyle>
            <a:lvl1pPr>
              <a:lnSpc>
                <a:spcPts val="3000"/>
              </a:lnSpc>
              <a:spcBef>
                <a:spcPts val="0"/>
              </a:spcBef>
              <a:defRPr sz="3000" spc="-150" baseline="0">
                <a:solidFill>
                  <a:schemeClr val="bg1"/>
                </a:solidFill>
              </a:defRPr>
            </a:lvl1pPr>
          </a:lstStyle>
          <a:p>
            <a:r>
              <a:rPr lang="en-GB" dirty="0"/>
              <a:t>Headline goes here.</a:t>
            </a:r>
            <a:br>
              <a:rPr lang="en-GB" dirty="0"/>
            </a:br>
            <a:r>
              <a:rPr lang="en-GB" dirty="0"/>
              <a:t>Maximum in 2 lines.</a:t>
            </a:r>
            <a:endParaRPr lang="en-RS" dirty="0"/>
          </a:p>
        </p:txBody>
      </p:sp>
      <p:sp>
        <p:nvSpPr>
          <p:cNvPr id="6" name="Text Placeholder 5">
            <a:extLst>
              <a:ext uri="{FF2B5EF4-FFF2-40B4-BE49-F238E27FC236}">
                <a16:creationId xmlns:a16="http://schemas.microsoft.com/office/drawing/2014/main" id="{692E8514-1FD9-1D48-F636-D07CF9B3E97F}"/>
              </a:ext>
            </a:extLst>
          </p:cNvPr>
          <p:cNvSpPr>
            <a:spLocks noGrp="1"/>
          </p:cNvSpPr>
          <p:nvPr>
            <p:ph type="body" sz="quarter" idx="25" hasCustomPrompt="1"/>
          </p:nvPr>
        </p:nvSpPr>
        <p:spPr>
          <a:xfrm>
            <a:off x="6480000" y="1674393"/>
            <a:ext cx="5040000" cy="900000"/>
          </a:xfrm>
          <a:prstGeom prst="rect">
            <a:avLst/>
          </a:prstGeom>
        </p:spPr>
        <p:txBody>
          <a:bodyPr lIns="0" tIns="0" rIns="0" bIns="0"/>
          <a:lstStyle>
            <a:lvl1pPr>
              <a:lnSpc>
                <a:spcPts val="3000"/>
              </a:lnSpc>
              <a:spcBef>
                <a:spcPts val="0"/>
              </a:spcBef>
              <a:defRPr sz="3000" b="1" i="0" spc="-150" baseline="0">
                <a:solidFill>
                  <a:srgbClr val="FFFFFF"/>
                </a:solidFill>
                <a:latin typeface="Arial" panose="020B0604020202020204" pitchFamily="34" charset="0"/>
                <a:cs typeface="Arial" panose="020B0604020202020204" pitchFamily="34" charset="0"/>
              </a:defRPr>
            </a:lvl1pPr>
          </a:lstStyle>
          <a:p>
            <a:pPr lvl="0"/>
            <a:r>
              <a:rPr lang="en-GB" dirty="0"/>
              <a:t>Headline goes here.</a:t>
            </a:r>
          </a:p>
          <a:p>
            <a:pPr lvl="0"/>
            <a:r>
              <a:rPr lang="en-GB" dirty="0"/>
              <a:t>Maximum in 2 lines.</a:t>
            </a:r>
            <a:endParaRPr lang="en-RS" dirty="0"/>
          </a:p>
        </p:txBody>
      </p:sp>
      <p:sp>
        <p:nvSpPr>
          <p:cNvPr id="8" name="Text Placeholder 7">
            <a:extLst>
              <a:ext uri="{FF2B5EF4-FFF2-40B4-BE49-F238E27FC236}">
                <a16:creationId xmlns:a16="http://schemas.microsoft.com/office/drawing/2014/main" id="{39CEBE2D-F2C3-88C0-3F92-6DB010B000A0}"/>
              </a:ext>
            </a:extLst>
          </p:cNvPr>
          <p:cNvSpPr>
            <a:spLocks noGrp="1"/>
          </p:cNvSpPr>
          <p:nvPr>
            <p:ph type="body" sz="quarter" idx="26" hasCustomPrompt="1"/>
          </p:nvPr>
        </p:nvSpPr>
        <p:spPr>
          <a:xfrm>
            <a:off x="6480000" y="2834245"/>
            <a:ext cx="5040000" cy="3240000"/>
          </a:xfrm>
          <a:prstGeom prst="rect">
            <a:avLst/>
          </a:prstGeom>
        </p:spPr>
        <p:txBody>
          <a:bodyPr lIns="0" tIns="0" rIns="0" bIns="0"/>
          <a:lstStyle>
            <a:lvl1pPr marL="230400" indent="-230400">
              <a:buClr>
                <a:schemeClr val="accent1"/>
              </a:buClr>
              <a:buSzPct val="120000"/>
              <a:buFont typeface="Arial" panose="020B0604020202020204" pitchFamily="34" charset="0"/>
              <a:buChar char="•"/>
              <a:defRPr sz="1400">
                <a:solidFill>
                  <a:srgbClr val="FFFFFF"/>
                </a:solidFill>
              </a:defRPr>
            </a:lvl1pPr>
          </a:lstStyle>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p>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p>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endParaRPr lang="en-RS" dirty="0"/>
          </a:p>
        </p:txBody>
      </p:sp>
      <p:sp>
        <p:nvSpPr>
          <p:cNvPr id="10" name="Text Placeholder 9">
            <a:extLst>
              <a:ext uri="{FF2B5EF4-FFF2-40B4-BE49-F238E27FC236}">
                <a16:creationId xmlns:a16="http://schemas.microsoft.com/office/drawing/2014/main" id="{81C44C58-2ED7-4D46-7596-BC9E68CD7429}"/>
              </a:ext>
            </a:extLst>
          </p:cNvPr>
          <p:cNvSpPr>
            <a:spLocks noGrp="1"/>
          </p:cNvSpPr>
          <p:nvPr>
            <p:ph type="body" sz="quarter" idx="27" hasCustomPrompt="1"/>
          </p:nvPr>
        </p:nvSpPr>
        <p:spPr>
          <a:xfrm>
            <a:off x="360000" y="2834245"/>
            <a:ext cx="5040000" cy="3240000"/>
          </a:xfrm>
          <a:prstGeom prst="rect">
            <a:avLst/>
          </a:prstGeom>
        </p:spPr>
        <p:txBody>
          <a:bodyPr lIns="0" tIns="0" rIns="0" bIns="0"/>
          <a:lstStyle>
            <a:lvl1pPr marL="230400" indent="-230400">
              <a:buClr>
                <a:schemeClr val="accent1"/>
              </a:buClr>
              <a:buSzPct val="120000"/>
              <a:buFont typeface="Arial" panose="020B0604020202020204" pitchFamily="34" charset="0"/>
              <a:buChar char="•"/>
              <a:defRPr sz="1400">
                <a:solidFill>
                  <a:schemeClr val="bg1"/>
                </a:solidFill>
              </a:defRPr>
            </a:lvl1pPr>
          </a:lstStyle>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p>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p>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endParaRPr lang="en-RS" dirty="0"/>
          </a:p>
        </p:txBody>
      </p:sp>
      <p:sp>
        <p:nvSpPr>
          <p:cNvPr id="4" name="Rectangle 26">
            <a:extLst>
              <a:ext uri="{FF2B5EF4-FFF2-40B4-BE49-F238E27FC236}">
                <a16:creationId xmlns:a16="http://schemas.microsoft.com/office/drawing/2014/main" id="{AC0B41AC-E660-039B-D957-02D6B6044830}"/>
              </a:ext>
            </a:extLst>
          </p:cNvPr>
          <p:cNvSpPr/>
          <p:nvPr userDrawn="1"/>
        </p:nvSpPr>
        <p:spPr>
          <a:xfrm>
            <a:off x="500" y="6761480"/>
            <a:ext cx="12178800"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3" name="Picture 2">
            <a:extLst>
              <a:ext uri="{FF2B5EF4-FFF2-40B4-BE49-F238E27FC236}">
                <a16:creationId xmlns:a16="http://schemas.microsoft.com/office/drawing/2014/main" id="{970FB612-69BE-4BC2-2F09-D99BA96EC833}"/>
              </a:ext>
            </a:extLst>
          </p:cNvPr>
          <p:cNvPicPr>
            <a:picLocks noChangeAspect="1"/>
          </p:cNvPicPr>
          <p:nvPr userDrawn="1"/>
        </p:nvPicPr>
        <p:blipFill>
          <a:blip r:embed="rId3"/>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399643521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Quote Slide">
    <p:bg>
      <p:bgPr>
        <a:solidFill>
          <a:schemeClr val="accent2"/>
        </a:solidFill>
        <a:effectLst/>
      </p:bgPr>
    </p:bg>
    <p:spTree>
      <p:nvGrpSpPr>
        <p:cNvPr id="1" name=""/>
        <p:cNvGrpSpPr/>
        <p:nvPr/>
      </p:nvGrpSpPr>
      <p:grpSpPr>
        <a:xfrm>
          <a:off x="0" y="0"/>
          <a:ext cx="0" cy="0"/>
          <a:chOff x="0" y="0"/>
          <a:chExt cx="0" cy="0"/>
        </a:xfrm>
      </p:grpSpPr>
      <p:sp>
        <p:nvSpPr>
          <p:cNvPr id="824" name="Text Placeholder 49"/>
          <p:cNvSpPr/>
          <p:nvPr/>
        </p:nvSpPr>
        <p:spPr>
          <a:xfrm>
            <a:off x="3554946" y="4955133"/>
            <a:ext cx="2120057"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400">
                <a:solidFill>
                  <a:schemeClr val="accent3">
                    <a:hueOff val="-3600000"/>
                    <a:lumOff val="3392"/>
                  </a:schemeClr>
                </a:solidFill>
              </a:defRPr>
            </a:lvl1pPr>
          </a:lstStyle>
          <a:p>
            <a:r>
              <a:t> </a:t>
            </a:r>
          </a:p>
        </p:txBody>
      </p:sp>
      <p:sp>
        <p:nvSpPr>
          <p:cNvPr id="827" name="“"/>
          <p:cNvSpPr txBox="1"/>
          <p:nvPr/>
        </p:nvSpPr>
        <p:spPr>
          <a:xfrm>
            <a:off x="1343734" y="2179914"/>
            <a:ext cx="239177" cy="32742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a:lnSpc>
                <a:spcPts val="3800"/>
              </a:lnSpc>
              <a:tabLst>
                <a:tab pos="2222500" algn="l"/>
              </a:tabLst>
              <a:defRPr sz="3800" spc="-173">
                <a:solidFill>
                  <a:schemeClr val="accent3">
                    <a:hueOff val="-3600000"/>
                    <a:lumOff val="3392"/>
                  </a:schemeClr>
                </a:solidFill>
              </a:defRPr>
            </a:lvl1pPr>
          </a:lstStyle>
          <a:p>
            <a:r>
              <a:rPr dirty="0">
                <a:solidFill>
                  <a:schemeClr val="tx1"/>
                </a:solidFill>
              </a:rPr>
              <a:t>“</a:t>
            </a:r>
          </a:p>
        </p:txBody>
      </p:sp>
      <p:sp>
        <p:nvSpPr>
          <p:cNvPr id="828" name="Rectangle"/>
          <p:cNvSpPr/>
          <p:nvPr/>
        </p:nvSpPr>
        <p:spPr>
          <a:xfrm>
            <a:off x="165529" y="190499"/>
            <a:ext cx="11848241" cy="6477001"/>
          </a:xfrm>
          <a:prstGeom prst="rect">
            <a:avLst/>
          </a:prstGeom>
          <a:ln>
            <a:solidFill>
              <a:schemeClr val="tx1"/>
            </a:solidFill>
            <a:miter lim="400000"/>
          </a:ln>
        </p:spPr>
        <p:txBody>
          <a:bodyPr tIns="91439" bIns="91439" anchor="ctr"/>
          <a:lstStyle/>
          <a:p>
            <a:pPr algn="ctr">
              <a:lnSpc>
                <a:spcPct val="100000"/>
              </a:lnSpc>
              <a:defRPr sz="2800">
                <a:solidFill>
                  <a:schemeClr val="accent3"/>
                </a:solidFill>
              </a:defRPr>
            </a:pPr>
            <a:endParaRPr/>
          </a:p>
        </p:txBody>
      </p:sp>
      <p:sp>
        <p:nvSpPr>
          <p:cNvPr id="831" name="Square"/>
          <p:cNvSpPr/>
          <p:nvPr userDrawn="1"/>
        </p:nvSpPr>
        <p:spPr>
          <a:xfrm rot="10800000" flipH="1">
            <a:off x="9366432" y="5569929"/>
            <a:ext cx="505472" cy="505473"/>
          </a:xfrm>
          <a:prstGeom prst="rect">
            <a:avLst/>
          </a:prstGeom>
          <a:solidFill>
            <a:srgbClr val="0BA2B3"/>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
        <p:nvSpPr>
          <p:cNvPr id="7" name="Title 6">
            <a:extLst>
              <a:ext uri="{FF2B5EF4-FFF2-40B4-BE49-F238E27FC236}">
                <a16:creationId xmlns:a16="http://schemas.microsoft.com/office/drawing/2014/main" id="{988AE7EF-64E9-48B7-4CF2-BE88B7C09CA6}"/>
              </a:ext>
            </a:extLst>
          </p:cNvPr>
          <p:cNvSpPr>
            <a:spLocks noGrp="1"/>
          </p:cNvSpPr>
          <p:nvPr>
            <p:ph type="title" hasCustomPrompt="1"/>
          </p:nvPr>
        </p:nvSpPr>
        <p:spPr>
          <a:xfrm>
            <a:off x="1591200" y="2187168"/>
            <a:ext cx="8405525" cy="1977391"/>
          </a:xfrm>
          <a:prstGeom prst="rect">
            <a:avLst/>
          </a:prstGeom>
        </p:spPr>
        <p:txBody>
          <a:bodyPr/>
          <a:lstStyle>
            <a:lvl1pPr>
              <a:lnSpc>
                <a:spcPts val="3800"/>
              </a:lnSpc>
              <a:spcBef>
                <a:spcPts val="0"/>
              </a:spcBef>
              <a:defRPr sz="3800" spc="-170" baseline="0">
                <a:solidFill>
                  <a:srgbClr val="FFFFFF"/>
                </a:solidFill>
              </a:defRPr>
            </a:lvl1pPr>
          </a:lstStyle>
          <a:p>
            <a:r>
              <a:rPr lang="en-GB" dirty="0" err="1"/>
              <a:t>Neceptatio</a:t>
            </a:r>
            <a:r>
              <a:rPr lang="en-GB" dirty="0"/>
              <a:t> </a:t>
            </a:r>
            <a:r>
              <a:rPr lang="en-GB" dirty="0" err="1"/>
              <a:t>odis</a:t>
            </a:r>
            <a:r>
              <a:rPr lang="en-GB" dirty="0"/>
              <a:t> non cum que </a:t>
            </a:r>
            <a:r>
              <a:rPr lang="en-GB" dirty="0" err="1"/>
              <a:t>molum</a:t>
            </a:r>
            <a:r>
              <a:rPr lang="en-GB" dirty="0"/>
              <a:t> qui </a:t>
            </a:r>
            <a:r>
              <a:rPr lang="en-GB" dirty="0" err="1"/>
              <a:t>berum</a:t>
            </a:r>
            <a:r>
              <a:rPr lang="en-GB" dirty="0"/>
              <a:t> re </a:t>
            </a:r>
            <a:r>
              <a:rPr lang="en-GB" dirty="0" err="1"/>
              <a:t>ea</a:t>
            </a:r>
            <a:r>
              <a:rPr lang="en-GB" dirty="0"/>
              <a:t> </a:t>
            </a:r>
            <a:r>
              <a:rPr lang="en-GB" dirty="0" err="1"/>
              <a:t>adi</a:t>
            </a:r>
            <a:r>
              <a:rPr lang="en-GB" dirty="0"/>
              <a:t> </a:t>
            </a:r>
            <a:r>
              <a:rPr lang="en-GB" dirty="0" err="1"/>
              <a:t>dest</a:t>
            </a:r>
            <a:r>
              <a:rPr lang="en-GB" dirty="0"/>
              <a:t> </a:t>
            </a:r>
            <a:r>
              <a:rPr lang="en-GB" dirty="0" err="1"/>
              <a:t>asimus</a:t>
            </a:r>
            <a:r>
              <a:rPr lang="en-GB" dirty="0"/>
              <a:t> </a:t>
            </a:r>
            <a:r>
              <a:rPr lang="en-GB" dirty="0" err="1"/>
              <a:t>modit</a:t>
            </a:r>
            <a:r>
              <a:rPr lang="en-GB" dirty="0"/>
              <a:t> </a:t>
            </a:r>
            <a:r>
              <a:rPr lang="en-GB" dirty="0" err="1"/>
              <a:t>iumet</a:t>
            </a:r>
            <a:r>
              <a:rPr lang="en-GB" dirty="0"/>
              <a:t> </a:t>
            </a:r>
            <a:r>
              <a:rPr lang="en-GB" dirty="0" err="1"/>
              <a:t>optate</a:t>
            </a:r>
            <a:r>
              <a:rPr lang="en-GB" dirty="0"/>
              <a:t> </a:t>
            </a:r>
            <a:r>
              <a:rPr lang="en-GB" dirty="0" err="1"/>
              <a:t>vernam</a:t>
            </a:r>
            <a:r>
              <a:rPr lang="en-GB" dirty="0"/>
              <a:t> as qui </a:t>
            </a:r>
            <a:r>
              <a:rPr lang="en-GB" dirty="0" err="1"/>
              <a:t>officabores</a:t>
            </a:r>
            <a:r>
              <a:rPr lang="en-GB" dirty="0"/>
              <a:t> </a:t>
            </a:r>
            <a:r>
              <a:rPr lang="en-GB" dirty="0" err="1"/>
              <a:t>asi</a:t>
            </a:r>
            <a:r>
              <a:rPr lang="en-GB" dirty="0"/>
              <a:t> od </a:t>
            </a:r>
            <a:r>
              <a:rPr lang="en-GB" dirty="0" err="1"/>
              <a:t>quam</a:t>
            </a:r>
            <a:r>
              <a:rPr lang="en-GB" dirty="0"/>
              <a:t> ex.”</a:t>
            </a:r>
            <a:endParaRPr lang="en-RS" dirty="0"/>
          </a:p>
        </p:txBody>
      </p:sp>
      <p:sp>
        <p:nvSpPr>
          <p:cNvPr id="4" name="Text Placeholder 3">
            <a:extLst>
              <a:ext uri="{FF2B5EF4-FFF2-40B4-BE49-F238E27FC236}">
                <a16:creationId xmlns:a16="http://schemas.microsoft.com/office/drawing/2014/main" id="{0C98FABA-03E9-FFE1-F488-077364696FEB}"/>
              </a:ext>
            </a:extLst>
          </p:cNvPr>
          <p:cNvSpPr>
            <a:spLocks noGrp="1"/>
          </p:cNvSpPr>
          <p:nvPr>
            <p:ph type="body" sz="quarter" idx="21"/>
          </p:nvPr>
        </p:nvSpPr>
        <p:spPr>
          <a:xfrm>
            <a:off x="1591200" y="4421963"/>
            <a:ext cx="7025229" cy="835517"/>
          </a:xfrm>
          <a:prstGeom prst="rect">
            <a:avLst/>
          </a:prstGeom>
        </p:spPr>
        <p:txBody>
          <a:bodyPr lIns="0" tIns="0" rIns="0" bIns="0">
            <a:noAutofit/>
          </a:bodyPr>
          <a:lstStyle>
            <a:lvl1pPr>
              <a:spcBef>
                <a:spcPts val="0"/>
              </a:spcBef>
              <a:defRPr sz="1600" b="1">
                <a:solidFill>
                  <a:schemeClr val="tx1"/>
                </a:solidFill>
              </a:defRPr>
            </a:lvl1pPr>
            <a:lvl2pPr marL="0" indent="0">
              <a:spcBef>
                <a:spcPts val="0"/>
              </a:spcBef>
              <a:buNone/>
              <a:defRPr sz="1600" b="1">
                <a:solidFill>
                  <a:schemeClr val="tx2"/>
                </a:solidFill>
              </a:defRPr>
            </a:lvl2pPr>
            <a:lvl3pPr marL="0" indent="0">
              <a:spcBef>
                <a:spcPts val="0"/>
              </a:spcBef>
              <a:buNone/>
              <a:defRPr sz="1600">
                <a:solidFill>
                  <a:schemeClr val="tx2"/>
                </a:solidFill>
              </a:defRPr>
            </a:lvl3pPr>
          </a:lstStyle>
          <a:p>
            <a:pPr lvl="0"/>
            <a:r>
              <a:rPr lang="en-US"/>
              <a:t>Click to edit Master text styles</a:t>
            </a:r>
          </a:p>
          <a:p>
            <a:pPr lvl="1"/>
            <a:r>
              <a:rPr lang="en-US"/>
              <a:t>Second level</a:t>
            </a:r>
          </a:p>
          <a:p>
            <a:pPr lvl="2"/>
            <a:r>
              <a:rPr lang="en-US"/>
              <a:t>Third level</a:t>
            </a:r>
          </a:p>
        </p:txBody>
      </p:sp>
      <p:pic>
        <p:nvPicPr>
          <p:cNvPr id="3" name="Picture 2">
            <a:extLst>
              <a:ext uri="{FF2B5EF4-FFF2-40B4-BE49-F238E27FC236}">
                <a16:creationId xmlns:a16="http://schemas.microsoft.com/office/drawing/2014/main" id="{351FC9C7-5636-7C28-B31A-915D1D97FE4F}"/>
              </a:ext>
            </a:extLst>
          </p:cNvPr>
          <p:cNvPicPr>
            <a:picLocks noChangeAspect="1"/>
          </p:cNvPicPr>
          <p:nvPr userDrawn="1"/>
        </p:nvPicPr>
        <p:blipFill>
          <a:blip r:embed="rId2"/>
          <a:stretch>
            <a:fillRect/>
          </a:stretch>
        </p:blipFill>
        <p:spPr>
          <a:xfrm>
            <a:off x="9374886" y="5067046"/>
            <a:ext cx="2006600" cy="1003300"/>
          </a:xfrm>
          <a:prstGeom prst="rect">
            <a:avLst/>
          </a:prstGeom>
        </p:spPr>
      </p:pic>
      <p:pic>
        <p:nvPicPr>
          <p:cNvPr id="2" name="Picture 1">
            <a:extLst>
              <a:ext uri="{FF2B5EF4-FFF2-40B4-BE49-F238E27FC236}">
                <a16:creationId xmlns:a16="http://schemas.microsoft.com/office/drawing/2014/main" id="{56FA4E22-A36B-3DE6-7D3E-A1F49569E89C}"/>
              </a:ext>
            </a:extLst>
          </p:cNvPr>
          <p:cNvPicPr>
            <a:picLocks noChangeAspect="1"/>
          </p:cNvPicPr>
          <p:nvPr userDrawn="1"/>
        </p:nvPicPr>
        <p:blipFill>
          <a:blip r:embed="rId3"/>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8463475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photo">
    <p:spTree>
      <p:nvGrpSpPr>
        <p:cNvPr id="1" name=""/>
        <p:cNvGrpSpPr/>
        <p:nvPr/>
      </p:nvGrpSpPr>
      <p:grpSpPr>
        <a:xfrm>
          <a:off x="0" y="0"/>
          <a:ext cx="0" cy="0"/>
          <a:chOff x="0" y="0"/>
          <a:chExt cx="0" cy="0"/>
        </a:xfrm>
      </p:grpSpPr>
      <p:sp>
        <p:nvSpPr>
          <p:cNvPr id="4" name="Picture Placeholder 13">
            <a:extLst>
              <a:ext uri="{FF2B5EF4-FFF2-40B4-BE49-F238E27FC236}">
                <a16:creationId xmlns:a16="http://schemas.microsoft.com/office/drawing/2014/main" id="{6428E0B8-6EE1-8590-A6C5-89D1F5E64790}"/>
              </a:ext>
            </a:extLst>
          </p:cNvPr>
          <p:cNvSpPr>
            <a:spLocks noGrp="1"/>
          </p:cNvSpPr>
          <p:nvPr>
            <p:ph type="pic" sz="half" idx="22"/>
          </p:nvPr>
        </p:nvSpPr>
        <p:spPr>
          <a:xfrm>
            <a:off x="7937500" y="1447601"/>
            <a:ext cx="4241800" cy="5410399"/>
          </a:xfrm>
          <a:prstGeom prst="rect">
            <a:avLst/>
          </a:prstGeom>
        </p:spPr>
        <p:txBody>
          <a:bodyPr lIns="91439" tIns="45719" rIns="91439" bIns="45719"/>
          <a:lstStyle>
            <a:lvl1pPr>
              <a:defRPr>
                <a:solidFill>
                  <a:schemeClr val="bg1"/>
                </a:solidFill>
              </a:defRPr>
            </a:lvl1pPr>
          </a:lstStyle>
          <a:p>
            <a:r>
              <a:rPr lang="en-US"/>
              <a:t>Click icon to add picture</a:t>
            </a:r>
            <a:endParaRPr dirty="0"/>
          </a:p>
        </p:txBody>
      </p:sp>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chemeClr val="bg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p:txBody>
          <a:bodyPr/>
          <a:lstStyle/>
          <a:p>
            <a:fld id="{86CB4B4D-7CA3-9044-876B-883B54F8677D}" type="slidenum">
              <a:rPr lang="en-MT" smtClean="0"/>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p:cNvSpPr>
          <p:nvPr>
            <p:ph type="body" sz="quarter" idx="15" hasCustomPrompt="1"/>
          </p:nvPr>
        </p:nvSpPr>
        <p:spPr>
          <a:xfrm>
            <a:off x="360000" y="1440000"/>
            <a:ext cx="7200000" cy="360000"/>
          </a:xfrm>
          <a:prstGeom prst="rect">
            <a:avLst/>
          </a:prstGeom>
        </p:spPr>
        <p:txBody>
          <a:bodyPr lIns="0" tIns="0" rIns="0" bIns="0">
            <a:noAutofit/>
          </a:bodyPr>
          <a:lstStyle>
            <a:lvl1pPr>
              <a:lnSpc>
                <a:spcPts val="2200"/>
              </a:lnSpc>
              <a:spcBef>
                <a:spcPts val="0"/>
              </a:spcBef>
              <a:defRPr sz="2200" b="1" spc="-40" baseline="0">
                <a:solidFill>
                  <a:schemeClr val="bg1"/>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chemeClr val="bg1"/>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7200000" cy="4320000"/>
          </a:xfrm>
          <a:prstGeom prst="rect">
            <a:avLst/>
          </a:prstGeom>
        </p:spPr>
        <p:txBody>
          <a:bodyPr wrap="square" lIns="0" tIns="0" rIns="0" bIns="0">
            <a:noAutofit/>
          </a:bodyPr>
          <a:lstStyle>
            <a:lvl1pPr>
              <a:buClr>
                <a:schemeClr val="bg1"/>
              </a:buClr>
              <a:buSzPct val="100000"/>
              <a:defRPr>
                <a:solidFill>
                  <a:schemeClr val="bg1"/>
                </a:solidFill>
              </a:defRPr>
            </a:lvl1pPr>
            <a:lvl2pPr>
              <a:buClr>
                <a:schemeClr val="bg1"/>
              </a:buClr>
              <a:buSzPct val="100000"/>
              <a:defRPr baseline="0">
                <a:solidFill>
                  <a:schemeClr val="bg1"/>
                </a:solidFill>
              </a:defRPr>
            </a:lvl2pPr>
            <a:lvl3pPr>
              <a:buClr>
                <a:schemeClr val="bg1"/>
              </a:buClr>
              <a:buSzPct val="100000"/>
              <a:defRPr>
                <a:solidFill>
                  <a:schemeClr val="bg1"/>
                </a:solidFill>
              </a:defRPr>
            </a:lvl3pPr>
            <a:lvl4pPr>
              <a:buClr>
                <a:schemeClr val="bg1"/>
              </a:buClr>
              <a:buSzPct val="100000"/>
              <a:defRPr>
                <a:solidFill>
                  <a:schemeClr val="bg1"/>
                </a:solidFill>
              </a:defRPr>
            </a:lvl4pPr>
            <a:lvl5pPr>
              <a:buClr>
                <a:schemeClr val="bg1"/>
              </a:buClr>
              <a:buSzPct val="10000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07E80830-552E-8F9C-BD8E-5F35ED2B8C60}"/>
              </a:ext>
            </a:extLst>
          </p:cNvPr>
          <p:cNvPicPr>
            <a:picLocks noChangeAspect="1"/>
          </p:cNvPicPr>
          <p:nvPr userDrawn="1"/>
        </p:nvPicPr>
        <p:blipFill>
          <a:blip r:embed="rId2"/>
          <a:stretch>
            <a:fillRect/>
          </a:stretch>
        </p:blipFill>
        <p:spPr>
          <a:xfrm>
            <a:off x="7937500" y="3935445"/>
            <a:ext cx="965200" cy="965200"/>
          </a:xfrm>
          <a:prstGeom prst="rect">
            <a:avLst/>
          </a:prstGeom>
        </p:spPr>
      </p:pic>
      <p:sp>
        <p:nvSpPr>
          <p:cNvPr id="7" name="Neceptatio odis non cum que molum qui berum re ea adi dest asimus modit iumet optate vernam as qui officabores asi od quam ex el id qui des repe sinvelendion. Andebitiis quae corehent aut alicimus.">
            <a:extLst>
              <a:ext uri="{FF2B5EF4-FFF2-40B4-BE49-F238E27FC236}">
                <a16:creationId xmlns:a16="http://schemas.microsoft.com/office/drawing/2014/main" id="{2DBBBB28-154D-7A9D-62D2-50AF83AE98E4}"/>
              </a:ext>
            </a:extLst>
          </p:cNvPr>
          <p:cNvSpPr>
            <a:spLocks noGrp="1"/>
          </p:cNvSpPr>
          <p:nvPr>
            <p:ph type="body" sz="quarter" idx="23"/>
          </p:nvPr>
        </p:nvSpPr>
        <p:spPr>
          <a:xfrm>
            <a:off x="2793987" y="4888595"/>
            <a:ext cx="6980036" cy="1969405"/>
          </a:xfrm>
          <a:prstGeom prst="rect">
            <a:avLst/>
          </a:prstGeom>
          <a:solidFill>
            <a:srgbClr val="CCF2FF"/>
          </a:solidFill>
        </p:spPr>
        <p:txBody>
          <a:bodyPr lIns="317500" tIns="317500" rIns="317500" bIns="317500"/>
          <a:lstStyle>
            <a:lvl1pPr>
              <a:lnSpc>
                <a:spcPts val="2200"/>
              </a:lnSpc>
              <a:spcBef>
                <a:spcPts val="0"/>
              </a:spcBef>
              <a:defRPr sz="1900" b="1">
                <a:solidFill>
                  <a:schemeClr val="accent1"/>
                </a:solidFill>
              </a:defRPr>
            </a:lvl1pPr>
          </a:lstStyle>
          <a:p>
            <a:pPr lvl="0"/>
            <a:r>
              <a:rPr lang="en-US"/>
              <a:t>Click to edit Master text styles</a:t>
            </a:r>
          </a:p>
        </p:txBody>
      </p:sp>
      <p:sp>
        <p:nvSpPr>
          <p:cNvPr id="8" name="Rectangle 26">
            <a:extLst>
              <a:ext uri="{FF2B5EF4-FFF2-40B4-BE49-F238E27FC236}">
                <a16:creationId xmlns:a16="http://schemas.microsoft.com/office/drawing/2014/main" id="{DF3D7E2A-8027-802D-0766-6B4C04B5301B}"/>
              </a:ext>
            </a:extLst>
          </p:cNvPr>
          <p:cNvSpPr/>
          <p:nvPr userDrawn="1"/>
        </p:nvSpPr>
        <p:spPr>
          <a:xfrm>
            <a:off x="500" y="6761480"/>
            <a:ext cx="12178800"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Tree>
    <p:extLst>
      <p:ext uri="{BB962C8B-B14F-4D97-AF65-F5344CB8AC3E}">
        <p14:creationId xmlns:p14="http://schemas.microsoft.com/office/powerpoint/2010/main" val="123628653"/>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OC Slide 4">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a:xfrm>
            <a:off x="359999" y="360000"/>
            <a:ext cx="9000000" cy="900000"/>
          </a:xfrm>
        </p:spPr>
        <p:txBody>
          <a:bodyPr wrap="square"/>
          <a:lstStyle>
            <a:lvl1pPr>
              <a:defRPr>
                <a:solidFill>
                  <a:schemeClr val="tx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rgbClr val="FFFFFF"/>
                </a:solidFill>
              </a:defRPr>
            </a:lvl1pPr>
          </a:lstStyle>
          <a:p>
            <a:fld id="{86CB4B4D-7CA3-9044-876B-883B54F8677D}" type="slidenum">
              <a:rPr lang="en-MT" smtClean="0"/>
              <a:pPr/>
              <a:t>‹#›</a:t>
            </a:fld>
            <a:endParaRPr lang="en-MT"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34451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26">
            <a:extLst>
              <a:ext uri="{FF2B5EF4-FFF2-40B4-BE49-F238E27FC236}">
                <a16:creationId xmlns:a16="http://schemas.microsoft.com/office/drawing/2014/main" id="{ED994CA4-8C12-1BC4-530B-81E286114262}"/>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
        <p:nvSpPr>
          <p:cNvPr id="13" name="Content Placeholder 2">
            <a:extLst>
              <a:ext uri="{FF2B5EF4-FFF2-40B4-BE49-F238E27FC236}">
                <a16:creationId xmlns:a16="http://schemas.microsoft.com/office/drawing/2014/main" id="{20997FFF-692F-6404-8DA3-58191456200F}"/>
              </a:ext>
            </a:extLst>
          </p:cNvPr>
          <p:cNvSpPr>
            <a:spLocks noGrp="1"/>
          </p:cNvSpPr>
          <p:nvPr>
            <p:ph idx="17"/>
          </p:nvPr>
        </p:nvSpPr>
        <p:spPr>
          <a:xfrm>
            <a:off x="3229990" y="34451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C59FC702-BAC6-E8DF-D4F8-3361A572D24E}"/>
              </a:ext>
            </a:extLst>
          </p:cNvPr>
          <p:cNvSpPr>
            <a:spLocks noGrp="1"/>
          </p:cNvSpPr>
          <p:nvPr>
            <p:ph idx="18"/>
          </p:nvPr>
        </p:nvSpPr>
        <p:spPr>
          <a:xfrm>
            <a:off x="6099980" y="34451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a:extLst>
              <a:ext uri="{FF2B5EF4-FFF2-40B4-BE49-F238E27FC236}">
                <a16:creationId xmlns:a16="http://schemas.microsoft.com/office/drawing/2014/main" id="{08DE9C3F-0384-DD2E-485F-3DC0F9EC1329}"/>
              </a:ext>
            </a:extLst>
          </p:cNvPr>
          <p:cNvSpPr>
            <a:spLocks noGrp="1"/>
          </p:cNvSpPr>
          <p:nvPr>
            <p:ph idx="19"/>
          </p:nvPr>
        </p:nvSpPr>
        <p:spPr>
          <a:xfrm>
            <a:off x="8969970" y="34451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Picture 5">
            <a:extLst>
              <a:ext uri="{FF2B5EF4-FFF2-40B4-BE49-F238E27FC236}">
                <a16:creationId xmlns:a16="http://schemas.microsoft.com/office/drawing/2014/main" id="{0E1DBD97-FFD0-6E07-55C5-6C375BA24E4A}"/>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3774336324"/>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OC Slide 8">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a:xfrm>
            <a:off x="359999" y="360000"/>
            <a:ext cx="9000000" cy="900000"/>
          </a:xfrm>
        </p:spPr>
        <p:txBody>
          <a:bodyPr wrap="square"/>
          <a:lstStyle>
            <a:lvl1pPr>
              <a:defRPr>
                <a:solidFill>
                  <a:schemeClr val="tx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rgbClr val="FFFFFF"/>
                </a:solidFill>
              </a:defRPr>
            </a:lvl1pPr>
          </a:lstStyle>
          <a:p>
            <a:fld id="{86CB4B4D-7CA3-9044-876B-883B54F8677D}" type="slidenum">
              <a:rPr lang="en-MT" smtClean="0"/>
              <a:pPr/>
              <a:t>‹#›</a:t>
            </a:fld>
            <a:endParaRPr lang="en-MT"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5655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26">
            <a:extLst>
              <a:ext uri="{FF2B5EF4-FFF2-40B4-BE49-F238E27FC236}">
                <a16:creationId xmlns:a16="http://schemas.microsoft.com/office/drawing/2014/main" id="{ED994CA4-8C12-1BC4-530B-81E286114262}"/>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
        <p:nvSpPr>
          <p:cNvPr id="13" name="Content Placeholder 2">
            <a:extLst>
              <a:ext uri="{FF2B5EF4-FFF2-40B4-BE49-F238E27FC236}">
                <a16:creationId xmlns:a16="http://schemas.microsoft.com/office/drawing/2014/main" id="{20997FFF-692F-6404-8DA3-58191456200F}"/>
              </a:ext>
            </a:extLst>
          </p:cNvPr>
          <p:cNvSpPr>
            <a:spLocks noGrp="1"/>
          </p:cNvSpPr>
          <p:nvPr>
            <p:ph idx="17"/>
          </p:nvPr>
        </p:nvSpPr>
        <p:spPr>
          <a:xfrm>
            <a:off x="3229990" y="15655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C59FC702-BAC6-E8DF-D4F8-3361A572D24E}"/>
              </a:ext>
            </a:extLst>
          </p:cNvPr>
          <p:cNvSpPr>
            <a:spLocks noGrp="1"/>
          </p:cNvSpPr>
          <p:nvPr>
            <p:ph idx="18"/>
          </p:nvPr>
        </p:nvSpPr>
        <p:spPr>
          <a:xfrm>
            <a:off x="6099980" y="15655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a:extLst>
              <a:ext uri="{FF2B5EF4-FFF2-40B4-BE49-F238E27FC236}">
                <a16:creationId xmlns:a16="http://schemas.microsoft.com/office/drawing/2014/main" id="{08DE9C3F-0384-DD2E-485F-3DC0F9EC1329}"/>
              </a:ext>
            </a:extLst>
          </p:cNvPr>
          <p:cNvSpPr>
            <a:spLocks noGrp="1"/>
          </p:cNvSpPr>
          <p:nvPr>
            <p:ph idx="19"/>
          </p:nvPr>
        </p:nvSpPr>
        <p:spPr>
          <a:xfrm>
            <a:off x="8969970" y="15655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a:extLst>
              <a:ext uri="{FF2B5EF4-FFF2-40B4-BE49-F238E27FC236}">
                <a16:creationId xmlns:a16="http://schemas.microsoft.com/office/drawing/2014/main" id="{1B950ADA-7928-E26A-6183-8714633E1E75}"/>
              </a:ext>
            </a:extLst>
          </p:cNvPr>
          <p:cNvSpPr>
            <a:spLocks noGrp="1"/>
          </p:cNvSpPr>
          <p:nvPr>
            <p:ph idx="20"/>
          </p:nvPr>
        </p:nvSpPr>
        <p:spPr>
          <a:xfrm>
            <a:off x="360000" y="4077072"/>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a:extLst>
              <a:ext uri="{FF2B5EF4-FFF2-40B4-BE49-F238E27FC236}">
                <a16:creationId xmlns:a16="http://schemas.microsoft.com/office/drawing/2014/main" id="{CD9CB34E-0B8C-A533-51C1-9D19605E4E7D}"/>
              </a:ext>
            </a:extLst>
          </p:cNvPr>
          <p:cNvSpPr>
            <a:spLocks noGrp="1"/>
          </p:cNvSpPr>
          <p:nvPr>
            <p:ph idx="21"/>
          </p:nvPr>
        </p:nvSpPr>
        <p:spPr>
          <a:xfrm>
            <a:off x="3229990" y="4077072"/>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a:extLst>
              <a:ext uri="{FF2B5EF4-FFF2-40B4-BE49-F238E27FC236}">
                <a16:creationId xmlns:a16="http://schemas.microsoft.com/office/drawing/2014/main" id="{2676F21C-4A76-DE8A-EC90-FD75447E2850}"/>
              </a:ext>
            </a:extLst>
          </p:cNvPr>
          <p:cNvSpPr>
            <a:spLocks noGrp="1"/>
          </p:cNvSpPr>
          <p:nvPr>
            <p:ph idx="22"/>
          </p:nvPr>
        </p:nvSpPr>
        <p:spPr>
          <a:xfrm>
            <a:off x="6099980" y="4077072"/>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a:extLst>
              <a:ext uri="{FF2B5EF4-FFF2-40B4-BE49-F238E27FC236}">
                <a16:creationId xmlns:a16="http://schemas.microsoft.com/office/drawing/2014/main" id="{209FDFA8-47EC-FE46-F57C-E4A671C58455}"/>
              </a:ext>
            </a:extLst>
          </p:cNvPr>
          <p:cNvSpPr>
            <a:spLocks noGrp="1"/>
          </p:cNvSpPr>
          <p:nvPr>
            <p:ph idx="23"/>
          </p:nvPr>
        </p:nvSpPr>
        <p:spPr>
          <a:xfrm>
            <a:off x="8969970" y="4077072"/>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 name="Picture 9">
            <a:extLst>
              <a:ext uri="{FF2B5EF4-FFF2-40B4-BE49-F238E27FC236}">
                <a16:creationId xmlns:a16="http://schemas.microsoft.com/office/drawing/2014/main" id="{B302B467-B6B5-158C-B057-8ABA2ACF21A3}"/>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3021679824"/>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Agenda slide Table Dar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a:xfrm>
            <a:off x="359999" y="360000"/>
            <a:ext cx="9000000" cy="540000"/>
          </a:xfrm>
        </p:spPr>
        <p:txBody>
          <a:bodyPr wrap="square"/>
          <a:lstStyle>
            <a:lvl1pPr>
              <a:defRPr>
                <a:solidFill>
                  <a:srgbClr val="FFFFFF"/>
                </a:solidFill>
              </a:defRPr>
            </a:lvl1pPr>
          </a:lstStyle>
          <a:p>
            <a:r>
              <a:rPr lang="en-GB" dirty="0"/>
              <a:t>Headline goes here. Maximum in 1 line.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4" name="Rectangle 26">
            <a:extLst>
              <a:ext uri="{FF2B5EF4-FFF2-40B4-BE49-F238E27FC236}">
                <a16:creationId xmlns:a16="http://schemas.microsoft.com/office/drawing/2014/main" id="{2AC7D1FC-51F7-5A4E-BEAF-A85845DA9B35}"/>
              </a:ext>
            </a:extLst>
          </p:cNvPr>
          <p:cNvSpPr/>
          <p:nvPr userDrawn="1"/>
        </p:nvSpPr>
        <p:spPr>
          <a:xfrm>
            <a:off x="500" y="6761481"/>
            <a:ext cx="12178800" cy="96520"/>
          </a:xfrm>
          <a:prstGeom prst="rect">
            <a:avLst/>
          </a:prstGeom>
          <a:solidFill>
            <a:schemeClr val="accent4"/>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5" name="Picture 4">
            <a:extLst>
              <a:ext uri="{FF2B5EF4-FFF2-40B4-BE49-F238E27FC236}">
                <a16:creationId xmlns:a16="http://schemas.microsoft.com/office/drawing/2014/main" id="{00814166-2330-94E9-AA20-4A478C6C452B}"/>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419826458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genda slide Table">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a:xfrm>
            <a:off x="359999" y="360000"/>
            <a:ext cx="9000000" cy="540000"/>
          </a:xfrm>
        </p:spPr>
        <p:txBody>
          <a:bodyPr wrap="square"/>
          <a:lstStyle>
            <a:lvl1pPr>
              <a:defRPr>
                <a:solidFill>
                  <a:srgbClr val="FFFFFF"/>
                </a:solidFill>
              </a:defRPr>
            </a:lvl1pPr>
          </a:lstStyle>
          <a:p>
            <a:r>
              <a:rPr lang="en-GB" dirty="0"/>
              <a:t>Headline goes here. Maximum in 1 line.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14" name="Rectangle 26">
            <a:extLst>
              <a:ext uri="{FF2B5EF4-FFF2-40B4-BE49-F238E27FC236}">
                <a16:creationId xmlns:a16="http://schemas.microsoft.com/office/drawing/2014/main" id="{6C324B2D-CF53-407A-3FF3-83821279B530}"/>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4" name="Picture 3">
            <a:extLst>
              <a:ext uri="{FF2B5EF4-FFF2-40B4-BE49-F238E27FC236}">
                <a16:creationId xmlns:a16="http://schemas.microsoft.com/office/drawing/2014/main" id="{C6672750-5A7A-9BCA-6B6D-95C6E36756F0}"/>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111125330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697F3-602F-5FC9-7AE6-19FEE5C49AD4}"/>
              </a:ext>
            </a:extLst>
          </p:cNvPr>
          <p:cNvSpPr>
            <a:spLocks noGrp="1"/>
          </p:cNvSpPr>
          <p:nvPr>
            <p:ph type="title" hasCustomPrompt="1"/>
          </p:nvPr>
        </p:nvSpPr>
        <p:spPr/>
        <p:txBody>
          <a:body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5713789-AC9B-504D-EABC-88530694F04A}"/>
              </a:ext>
            </a:extLst>
          </p:cNvPr>
          <p:cNvSpPr>
            <a:spLocks noGrp="1"/>
          </p:cNvSpPr>
          <p:nvPr>
            <p:ph type="sldNum" sz="quarter" idx="10"/>
          </p:nvPr>
        </p:nvSpPr>
        <p:spPr/>
        <p:txBody>
          <a:bodyPr/>
          <a:lstStyle/>
          <a:p>
            <a:fld id="{86CB4B4D-7CA3-9044-876B-883B54F8677D}" type="slidenum">
              <a:rPr lang="en-MT" smtClean="0"/>
              <a:t>‹#›</a:t>
            </a:fld>
            <a:endParaRPr lang="en-MT" dirty="0"/>
          </a:p>
        </p:txBody>
      </p:sp>
      <p:sp>
        <p:nvSpPr>
          <p:cNvPr id="4" name="Body Level One…">
            <a:extLst>
              <a:ext uri="{FF2B5EF4-FFF2-40B4-BE49-F238E27FC236}">
                <a16:creationId xmlns:a16="http://schemas.microsoft.com/office/drawing/2014/main" id="{2F3F8381-DEB3-C667-F282-4085FCECE5D1}"/>
              </a:ext>
            </a:extLst>
          </p:cNvPr>
          <p:cNvSpPr txBox="1">
            <a:spLocks noGrp="1"/>
          </p:cNvSpPr>
          <p:nvPr>
            <p:ph type="body" sz="quarter" idx="1"/>
          </p:nvPr>
        </p:nvSpPr>
        <p:spPr>
          <a:xfrm>
            <a:off x="360000" y="2610760"/>
            <a:ext cx="3478685" cy="2108201"/>
          </a:xfrm>
          <a:prstGeom prst="rect">
            <a:avLst/>
          </a:prstGeom>
          <a:solidFill>
            <a:schemeClr val="accent2"/>
          </a:solidFill>
        </p:spPr>
        <p:txBody>
          <a:bodyPr lIns="182879" tIns="182879" rIns="182879" bIns="182879" anchor="ctr">
            <a:normAutofit/>
          </a:bodyPr>
          <a:lstStyle>
            <a:lvl1pPr algn="ctr">
              <a:lnSpc>
                <a:spcPct val="100000"/>
              </a:lnSpc>
              <a:spcBef>
                <a:spcPts val="0"/>
              </a:spcBef>
              <a:defRPr sz="2800" b="1">
                <a:solidFill>
                  <a:schemeClr val="tx1"/>
                </a:solidFill>
              </a:defRPr>
            </a:lvl1pPr>
            <a:lvl2pPr marL="0" indent="0" algn="ctr">
              <a:lnSpc>
                <a:spcPct val="100000"/>
              </a:lnSpc>
              <a:spcBef>
                <a:spcPts val="0"/>
              </a:spcBef>
              <a:buSzTx/>
              <a:buNone/>
              <a:defRPr sz="2800" b="1">
                <a:solidFill>
                  <a:schemeClr val="accent3">
                    <a:hueOff val="-3600000"/>
                    <a:lumOff val="3392"/>
                  </a:schemeClr>
                </a:solidFill>
              </a:defRPr>
            </a:lvl2pPr>
            <a:lvl3pPr marL="0" indent="174625" algn="ctr">
              <a:lnSpc>
                <a:spcPct val="100000"/>
              </a:lnSpc>
              <a:spcBef>
                <a:spcPts val="0"/>
              </a:spcBef>
              <a:buSzTx/>
              <a:buNone/>
              <a:defRPr sz="2800" b="1">
                <a:solidFill>
                  <a:schemeClr val="accent3">
                    <a:hueOff val="-3600000"/>
                    <a:lumOff val="3392"/>
                  </a:schemeClr>
                </a:solidFill>
              </a:defRPr>
            </a:lvl3pPr>
            <a:lvl4pPr marL="0" indent="339725" algn="ctr">
              <a:lnSpc>
                <a:spcPct val="100000"/>
              </a:lnSpc>
              <a:spcBef>
                <a:spcPts val="0"/>
              </a:spcBef>
              <a:buSzTx/>
              <a:buNone/>
              <a:defRPr sz="2800" b="1">
                <a:solidFill>
                  <a:schemeClr val="accent3">
                    <a:hueOff val="-3600000"/>
                    <a:lumOff val="3392"/>
                  </a:schemeClr>
                </a:solidFill>
              </a:defRPr>
            </a:lvl4pPr>
            <a:lvl5pPr marL="0" indent="512762" algn="ctr">
              <a:lnSpc>
                <a:spcPct val="100000"/>
              </a:lnSpc>
              <a:spcBef>
                <a:spcPts val="0"/>
              </a:spcBef>
              <a:buSzTx/>
              <a:buNone/>
              <a:defRPr sz="2800" b="1">
                <a:solidFill>
                  <a:schemeClr val="accent3">
                    <a:hueOff val="-3600000"/>
                    <a:lumOff val="3392"/>
                  </a:schemeClr>
                </a:solidFill>
              </a:defRPr>
            </a:lvl5pPr>
          </a:lstStyle>
          <a:p>
            <a:pPr lvl="0"/>
            <a:r>
              <a:rPr lang="en-US"/>
              <a:t>Click to edit Master text styles</a:t>
            </a:r>
          </a:p>
        </p:txBody>
      </p:sp>
      <p:sp>
        <p:nvSpPr>
          <p:cNvPr id="5" name="Body Level One…">
            <a:extLst>
              <a:ext uri="{FF2B5EF4-FFF2-40B4-BE49-F238E27FC236}">
                <a16:creationId xmlns:a16="http://schemas.microsoft.com/office/drawing/2014/main" id="{32CA9EDE-386C-CB9D-B16C-D07164D1B840}"/>
              </a:ext>
            </a:extLst>
          </p:cNvPr>
          <p:cNvSpPr txBox="1">
            <a:spLocks noGrp="1"/>
          </p:cNvSpPr>
          <p:nvPr>
            <p:ph type="body" sz="quarter" idx="23"/>
          </p:nvPr>
        </p:nvSpPr>
        <p:spPr>
          <a:xfrm>
            <a:off x="4308328" y="2610760"/>
            <a:ext cx="3478685" cy="2108201"/>
          </a:xfrm>
          <a:prstGeom prst="rect">
            <a:avLst/>
          </a:prstGeom>
          <a:solidFill>
            <a:schemeClr val="accent4"/>
          </a:solidFill>
        </p:spPr>
        <p:txBody>
          <a:bodyPr lIns="182879" tIns="182879" rIns="182879" bIns="182879" anchor="ctr">
            <a:normAutofit/>
          </a:bodyPr>
          <a:lstStyle>
            <a:lvl1pPr algn="ctr">
              <a:lnSpc>
                <a:spcPct val="100000"/>
              </a:lnSpc>
              <a:spcBef>
                <a:spcPts val="0"/>
              </a:spcBef>
              <a:defRPr sz="2800" b="1">
                <a:solidFill>
                  <a:schemeClr val="tx1"/>
                </a:solidFill>
              </a:defRPr>
            </a:lvl1pPr>
            <a:lvl2pPr marL="0" indent="0" algn="ctr">
              <a:lnSpc>
                <a:spcPct val="100000"/>
              </a:lnSpc>
              <a:spcBef>
                <a:spcPts val="0"/>
              </a:spcBef>
              <a:buSzTx/>
              <a:buNone/>
              <a:defRPr sz="2800" b="1">
                <a:solidFill>
                  <a:schemeClr val="accent3">
                    <a:hueOff val="-3600000"/>
                    <a:lumOff val="3392"/>
                  </a:schemeClr>
                </a:solidFill>
              </a:defRPr>
            </a:lvl2pPr>
            <a:lvl3pPr marL="0" indent="174625" algn="ctr">
              <a:lnSpc>
                <a:spcPct val="100000"/>
              </a:lnSpc>
              <a:spcBef>
                <a:spcPts val="0"/>
              </a:spcBef>
              <a:buSzTx/>
              <a:buNone/>
              <a:defRPr sz="2800" b="1">
                <a:solidFill>
                  <a:schemeClr val="accent3">
                    <a:hueOff val="-3600000"/>
                    <a:lumOff val="3392"/>
                  </a:schemeClr>
                </a:solidFill>
              </a:defRPr>
            </a:lvl3pPr>
            <a:lvl4pPr marL="0" indent="339725" algn="ctr">
              <a:lnSpc>
                <a:spcPct val="100000"/>
              </a:lnSpc>
              <a:spcBef>
                <a:spcPts val="0"/>
              </a:spcBef>
              <a:buSzTx/>
              <a:buNone/>
              <a:defRPr sz="2800" b="1">
                <a:solidFill>
                  <a:schemeClr val="accent3">
                    <a:hueOff val="-3600000"/>
                    <a:lumOff val="3392"/>
                  </a:schemeClr>
                </a:solidFill>
              </a:defRPr>
            </a:lvl4pPr>
            <a:lvl5pPr marL="0" indent="512762" algn="ctr">
              <a:lnSpc>
                <a:spcPct val="100000"/>
              </a:lnSpc>
              <a:spcBef>
                <a:spcPts val="0"/>
              </a:spcBef>
              <a:buSzTx/>
              <a:buNone/>
              <a:defRPr sz="2800" b="1">
                <a:solidFill>
                  <a:schemeClr val="accent3">
                    <a:hueOff val="-3600000"/>
                    <a:lumOff val="3392"/>
                  </a:schemeClr>
                </a:solidFill>
              </a:defRPr>
            </a:lvl5pPr>
          </a:lstStyle>
          <a:p>
            <a:pPr lvl="0"/>
            <a:r>
              <a:rPr lang="en-US"/>
              <a:t>Click to edit Master text styles</a:t>
            </a:r>
          </a:p>
        </p:txBody>
      </p:sp>
      <p:sp>
        <p:nvSpPr>
          <p:cNvPr id="6" name="Body Level One…">
            <a:extLst>
              <a:ext uri="{FF2B5EF4-FFF2-40B4-BE49-F238E27FC236}">
                <a16:creationId xmlns:a16="http://schemas.microsoft.com/office/drawing/2014/main" id="{9896A4C3-2F4F-489A-CE62-D7C218EF8B41}"/>
              </a:ext>
            </a:extLst>
          </p:cNvPr>
          <p:cNvSpPr txBox="1">
            <a:spLocks noGrp="1"/>
          </p:cNvSpPr>
          <p:nvPr>
            <p:ph type="body" sz="quarter" idx="24"/>
          </p:nvPr>
        </p:nvSpPr>
        <p:spPr>
          <a:xfrm>
            <a:off x="8256655" y="2610760"/>
            <a:ext cx="3478685" cy="2108201"/>
          </a:xfrm>
          <a:prstGeom prst="rect">
            <a:avLst/>
          </a:prstGeom>
          <a:solidFill>
            <a:schemeClr val="accent3"/>
          </a:solidFill>
        </p:spPr>
        <p:txBody>
          <a:bodyPr lIns="182879" tIns="182879" rIns="182879" bIns="182879" anchor="ctr">
            <a:normAutofit/>
          </a:bodyPr>
          <a:lstStyle>
            <a:lvl1pPr algn="ctr">
              <a:lnSpc>
                <a:spcPct val="100000"/>
              </a:lnSpc>
              <a:spcBef>
                <a:spcPts val="0"/>
              </a:spcBef>
              <a:defRPr sz="2800" b="1">
                <a:solidFill>
                  <a:schemeClr val="tx1"/>
                </a:solidFill>
              </a:defRPr>
            </a:lvl1pPr>
            <a:lvl2pPr marL="0" indent="0" algn="ctr">
              <a:lnSpc>
                <a:spcPct val="100000"/>
              </a:lnSpc>
              <a:spcBef>
                <a:spcPts val="0"/>
              </a:spcBef>
              <a:buSzTx/>
              <a:buNone/>
              <a:defRPr sz="2800" b="1">
                <a:solidFill>
                  <a:schemeClr val="accent3">
                    <a:hueOff val="-3600000"/>
                    <a:lumOff val="3392"/>
                  </a:schemeClr>
                </a:solidFill>
              </a:defRPr>
            </a:lvl2pPr>
            <a:lvl3pPr marL="0" indent="174625" algn="ctr">
              <a:lnSpc>
                <a:spcPct val="100000"/>
              </a:lnSpc>
              <a:spcBef>
                <a:spcPts val="0"/>
              </a:spcBef>
              <a:buSzTx/>
              <a:buNone/>
              <a:defRPr sz="2800" b="1">
                <a:solidFill>
                  <a:schemeClr val="accent3">
                    <a:hueOff val="-3600000"/>
                    <a:lumOff val="3392"/>
                  </a:schemeClr>
                </a:solidFill>
              </a:defRPr>
            </a:lvl3pPr>
            <a:lvl4pPr marL="0" indent="339725" algn="ctr">
              <a:lnSpc>
                <a:spcPct val="100000"/>
              </a:lnSpc>
              <a:spcBef>
                <a:spcPts val="0"/>
              </a:spcBef>
              <a:buSzTx/>
              <a:buNone/>
              <a:defRPr sz="2800" b="1">
                <a:solidFill>
                  <a:schemeClr val="accent3">
                    <a:hueOff val="-3600000"/>
                    <a:lumOff val="3392"/>
                  </a:schemeClr>
                </a:solidFill>
              </a:defRPr>
            </a:lvl4pPr>
            <a:lvl5pPr marL="0" indent="512762" algn="ctr">
              <a:lnSpc>
                <a:spcPct val="100000"/>
              </a:lnSpc>
              <a:spcBef>
                <a:spcPts val="0"/>
              </a:spcBef>
              <a:buSzTx/>
              <a:buNone/>
              <a:defRPr sz="2800" b="1">
                <a:solidFill>
                  <a:schemeClr val="accent3">
                    <a:hueOff val="-3600000"/>
                    <a:lumOff val="3392"/>
                  </a:schemeClr>
                </a:solidFill>
              </a:defRPr>
            </a:lvl5pPr>
          </a:lstStyle>
          <a:p>
            <a:pPr lvl="0"/>
            <a:r>
              <a:rPr lang="en-US"/>
              <a:t>Click to edit Master text styles</a:t>
            </a:r>
          </a:p>
        </p:txBody>
      </p:sp>
    </p:spTree>
    <p:extLst>
      <p:ext uri="{BB962C8B-B14F-4D97-AF65-F5344CB8AC3E}">
        <p14:creationId xmlns:p14="http://schemas.microsoft.com/office/powerpoint/2010/main" val="2374603769"/>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36"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lide with logo">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92A336-4C8E-CDC0-D2F1-550C41A2C9F4}"/>
              </a:ext>
            </a:extLst>
          </p:cNvPr>
          <p:cNvSpPr>
            <a:spLocks noGrp="1"/>
          </p:cNvSpPr>
          <p:nvPr>
            <p:ph type="sldNum" sz="quarter" idx="10"/>
          </p:nvPr>
        </p:nvSpPr>
        <p:spPr/>
        <p:txBody>
          <a:bodyPr/>
          <a:lstStyle/>
          <a:p>
            <a:fld id="{86CB4B4D-7CA3-9044-876B-883B54F8677D}" type="slidenum">
              <a:rPr lang="en-MT" smtClean="0"/>
              <a:t>‹#›</a:t>
            </a:fld>
            <a:endParaRPr lang="en-MT" dirty="0"/>
          </a:p>
        </p:txBody>
      </p:sp>
      <p:sp>
        <p:nvSpPr>
          <p:cNvPr id="2" name="Rectangle 1">
            <a:extLst>
              <a:ext uri="{FF2B5EF4-FFF2-40B4-BE49-F238E27FC236}">
                <a16:creationId xmlns:a16="http://schemas.microsoft.com/office/drawing/2014/main" id="{A8E6B9FA-EC1F-4A72-A5C4-3E216DB2B0D5}"/>
              </a:ext>
            </a:extLst>
          </p:cNvPr>
          <p:cNvSpPr/>
          <p:nvPr userDrawn="1"/>
        </p:nvSpPr>
        <p:spPr>
          <a:xfrm>
            <a:off x="10297948" y="1240221"/>
            <a:ext cx="1481958" cy="672662"/>
          </a:xfrm>
          <a:prstGeom prst="rect">
            <a:avLst/>
          </a:prstGeom>
          <a:solidFill>
            <a:schemeClr val="tx1"/>
          </a:solid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RO" sz="2800" b="1" i="0" u="none" strike="noStrike" cap="none" spc="0" normalizeH="0" baseline="0">
              <a:ln>
                <a:noFill/>
              </a:ln>
              <a:solidFill>
                <a:schemeClr val="accent3">
                  <a:hueOff val="-3600000"/>
                  <a:lumOff val="3392"/>
                </a:schemeClr>
              </a:solidFill>
              <a:effectLst/>
              <a:uFillTx/>
              <a:latin typeface="Arial"/>
              <a:ea typeface="Arial"/>
              <a:cs typeface="Arial"/>
              <a:sym typeface="Arial"/>
            </a:endParaRPr>
          </a:p>
        </p:txBody>
      </p:sp>
      <p:pic>
        <p:nvPicPr>
          <p:cNvPr id="5" name="Picture 4">
            <a:extLst>
              <a:ext uri="{FF2B5EF4-FFF2-40B4-BE49-F238E27FC236}">
                <a16:creationId xmlns:a16="http://schemas.microsoft.com/office/drawing/2014/main" id="{9630A33A-77D6-60C0-F173-C49F7014F2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29023" y="362581"/>
            <a:ext cx="1150883" cy="430546"/>
          </a:xfrm>
          <a:prstGeom prst="rect">
            <a:avLst/>
          </a:prstGeom>
        </p:spPr>
      </p:pic>
    </p:spTree>
    <p:extLst>
      <p:ext uri="{BB962C8B-B14F-4D97-AF65-F5344CB8AC3E}">
        <p14:creationId xmlns:p14="http://schemas.microsoft.com/office/powerpoint/2010/main" val="1066485795"/>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36"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34AEC-6485-F835-D479-069CD0AA5105}"/>
              </a:ext>
            </a:extLst>
          </p:cNvPr>
          <p:cNvSpPr>
            <a:spLocks noGrp="1"/>
          </p:cNvSpPr>
          <p:nvPr>
            <p:ph type="title"/>
          </p:nvPr>
        </p:nvSpPr>
        <p:spPr>
          <a:xfrm>
            <a:off x="635128" y="4640687"/>
            <a:ext cx="9000000" cy="457295"/>
          </a:xfrm>
        </p:spPr>
        <p:txBody>
          <a:bodyPr/>
          <a:lstStyle>
            <a:lvl1pPr>
              <a:defRPr sz="1600" spc="0"/>
            </a:lvl1pPr>
          </a:lstStyle>
          <a:p>
            <a:r>
              <a:rPr lang="en-US"/>
              <a:t>Click to edit Master title style</a:t>
            </a:r>
            <a:endParaRPr lang="en-MT"/>
          </a:p>
        </p:txBody>
      </p:sp>
      <p:pic>
        <p:nvPicPr>
          <p:cNvPr id="4" name="Picture 3">
            <a:extLst>
              <a:ext uri="{FF2B5EF4-FFF2-40B4-BE49-F238E27FC236}">
                <a16:creationId xmlns:a16="http://schemas.microsoft.com/office/drawing/2014/main" id="{5B665E8E-3E30-D595-AF95-EFC31A1945DF}"/>
              </a:ext>
            </a:extLst>
          </p:cNvPr>
          <p:cNvPicPr>
            <a:picLocks noChangeAspect="1"/>
          </p:cNvPicPr>
          <p:nvPr userDrawn="1"/>
        </p:nvPicPr>
        <p:blipFill>
          <a:blip r:embed="rId2"/>
          <a:stretch>
            <a:fillRect/>
          </a:stretch>
        </p:blipFill>
        <p:spPr>
          <a:xfrm>
            <a:off x="10897966" y="362286"/>
            <a:ext cx="833598" cy="416799"/>
          </a:xfrm>
          <a:prstGeom prst="rect">
            <a:avLst/>
          </a:prstGeom>
        </p:spPr>
      </p:pic>
      <p:sp>
        <p:nvSpPr>
          <p:cNvPr id="5" name="Rectangle">
            <a:extLst>
              <a:ext uri="{FF2B5EF4-FFF2-40B4-BE49-F238E27FC236}">
                <a16:creationId xmlns:a16="http://schemas.microsoft.com/office/drawing/2014/main" id="{800A7C2D-E409-DB93-9ECC-C71CF456B705}"/>
              </a:ext>
            </a:extLst>
          </p:cNvPr>
          <p:cNvSpPr/>
          <p:nvPr userDrawn="1"/>
        </p:nvSpPr>
        <p:spPr>
          <a:xfrm>
            <a:off x="165529" y="190499"/>
            <a:ext cx="11848241" cy="6477001"/>
          </a:xfrm>
          <a:prstGeom prst="rect">
            <a:avLst/>
          </a:prstGeom>
          <a:ln>
            <a:solidFill>
              <a:schemeClr val="accent1"/>
            </a:solidFill>
            <a:miter lim="400000"/>
          </a:ln>
        </p:spPr>
        <p:txBody>
          <a:bodyPr tIns="91439" bIns="91439" anchor="ctr"/>
          <a:lstStyle/>
          <a:p>
            <a:pPr algn="ctr">
              <a:lnSpc>
                <a:spcPct val="100000"/>
              </a:lnSpc>
              <a:defRPr sz="2800">
                <a:solidFill>
                  <a:schemeClr val="accent3"/>
                </a:solidFill>
              </a:defRPr>
            </a:pPr>
            <a:endParaRPr/>
          </a:p>
        </p:txBody>
      </p:sp>
      <p:pic>
        <p:nvPicPr>
          <p:cNvPr id="7" name="Image" descr="Image">
            <a:extLst>
              <a:ext uri="{FF2B5EF4-FFF2-40B4-BE49-F238E27FC236}">
                <a16:creationId xmlns:a16="http://schemas.microsoft.com/office/drawing/2014/main" id="{516A5D33-AFC3-5923-9D1B-22CBC54AEB2E}"/>
              </a:ext>
            </a:extLst>
          </p:cNvPr>
          <p:cNvPicPr>
            <a:picLocks noChangeAspect="1"/>
          </p:cNvPicPr>
          <p:nvPr userDrawn="1"/>
        </p:nvPicPr>
        <p:blipFill>
          <a:blip r:embed="rId3"/>
          <a:stretch>
            <a:fillRect/>
          </a:stretch>
        </p:blipFill>
        <p:spPr>
          <a:xfrm>
            <a:off x="600348" y="393566"/>
            <a:ext cx="6557643" cy="3556001"/>
          </a:xfrm>
          <a:prstGeom prst="rect">
            <a:avLst/>
          </a:prstGeom>
          <a:ln w="12700">
            <a:miter lim="400000"/>
          </a:ln>
        </p:spPr>
      </p:pic>
      <p:pic>
        <p:nvPicPr>
          <p:cNvPr id="3" name="Picture 2">
            <a:extLst>
              <a:ext uri="{FF2B5EF4-FFF2-40B4-BE49-F238E27FC236}">
                <a16:creationId xmlns:a16="http://schemas.microsoft.com/office/drawing/2014/main" id="{84146912-204B-D1C5-40BF-E06BAA80BC1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29023" y="362581"/>
            <a:ext cx="1150883" cy="430546"/>
          </a:xfrm>
          <a:prstGeom prst="rect">
            <a:avLst/>
          </a:prstGeom>
        </p:spPr>
      </p:pic>
    </p:spTree>
    <p:extLst>
      <p:ext uri="{BB962C8B-B14F-4D97-AF65-F5344CB8AC3E}">
        <p14:creationId xmlns:p14="http://schemas.microsoft.com/office/powerpoint/2010/main" val="2827449616"/>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lide with logo Dark">
    <p:bg>
      <p:bgPr>
        <a:solidFill>
          <a:schemeClr val="accent2"/>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5" name="Rectangle 26">
            <a:extLst>
              <a:ext uri="{FF2B5EF4-FFF2-40B4-BE49-F238E27FC236}">
                <a16:creationId xmlns:a16="http://schemas.microsoft.com/office/drawing/2014/main" id="{1AF881B0-6E18-8D27-53FB-8E78FA3095F7}"/>
              </a:ext>
            </a:extLst>
          </p:cNvPr>
          <p:cNvSpPr/>
          <p:nvPr userDrawn="1"/>
        </p:nvSpPr>
        <p:spPr>
          <a:xfrm>
            <a:off x="500" y="6761481"/>
            <a:ext cx="12178800" cy="96520"/>
          </a:xfrm>
          <a:prstGeom prst="rect">
            <a:avLst/>
          </a:prstGeom>
          <a:solidFill>
            <a:schemeClr val="accent4"/>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2" name="Picture 1">
            <a:extLst>
              <a:ext uri="{FF2B5EF4-FFF2-40B4-BE49-F238E27FC236}">
                <a16:creationId xmlns:a16="http://schemas.microsoft.com/office/drawing/2014/main" id="{D7A025FE-20D6-D7C7-557F-A1F8FF5FF91A}"/>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283131210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Slide with logo Teal">
    <p:bg>
      <p:bgPr>
        <a:solidFill>
          <a:schemeClr val="accent4"/>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2" name="Rectangle 26">
            <a:extLst>
              <a:ext uri="{FF2B5EF4-FFF2-40B4-BE49-F238E27FC236}">
                <a16:creationId xmlns:a16="http://schemas.microsoft.com/office/drawing/2014/main" id="{77F7703D-4F57-B386-7552-96B1C62710F8}"/>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4" name="Picture 3">
            <a:extLst>
              <a:ext uri="{FF2B5EF4-FFF2-40B4-BE49-F238E27FC236}">
                <a16:creationId xmlns:a16="http://schemas.microsoft.com/office/drawing/2014/main" id="{332010D8-9280-4F8A-C077-86BF6086D51C}"/>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1137127095"/>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hank You Slide">
    <p:bg>
      <p:bgPr>
        <a:solidFill>
          <a:schemeClr val="accent1"/>
        </a:solidFill>
        <a:effectLst/>
      </p:bgPr>
    </p:bg>
    <p:spTree>
      <p:nvGrpSpPr>
        <p:cNvPr id="1" name=""/>
        <p:cNvGrpSpPr/>
        <p:nvPr/>
      </p:nvGrpSpPr>
      <p:grpSpPr>
        <a:xfrm>
          <a:off x="0" y="0"/>
          <a:ext cx="0" cy="0"/>
          <a:chOff x="0" y="0"/>
          <a:chExt cx="0" cy="0"/>
        </a:xfrm>
      </p:grpSpPr>
      <p:sp>
        <p:nvSpPr>
          <p:cNvPr id="1304" name="Rectangle"/>
          <p:cNvSpPr/>
          <p:nvPr/>
        </p:nvSpPr>
        <p:spPr>
          <a:xfrm>
            <a:off x="165529" y="190499"/>
            <a:ext cx="11848241" cy="6477001"/>
          </a:xfrm>
          <a:prstGeom prst="rect">
            <a:avLst/>
          </a:prstGeom>
          <a:ln>
            <a:solidFill>
              <a:schemeClr val="tx1"/>
            </a:solidFill>
            <a:miter lim="400000"/>
          </a:ln>
        </p:spPr>
        <p:txBody>
          <a:bodyPr tIns="91439" bIns="91439" anchor="ctr"/>
          <a:lstStyle/>
          <a:p>
            <a:pPr algn="ctr">
              <a:lnSpc>
                <a:spcPct val="100000"/>
              </a:lnSpc>
              <a:defRPr sz="2800">
                <a:solidFill>
                  <a:schemeClr val="accent3"/>
                </a:solidFill>
              </a:defRPr>
            </a:pPr>
            <a:endParaRPr/>
          </a:p>
        </p:txBody>
      </p:sp>
      <p:pic>
        <p:nvPicPr>
          <p:cNvPr id="1305" name="Image" descr="Image"/>
          <p:cNvPicPr>
            <a:picLocks noChangeAspect="1"/>
          </p:cNvPicPr>
          <p:nvPr/>
        </p:nvPicPr>
        <p:blipFill>
          <a:blip r:embed="rId2"/>
          <a:stretch>
            <a:fillRect/>
          </a:stretch>
        </p:blipFill>
        <p:spPr>
          <a:xfrm>
            <a:off x="600348" y="393566"/>
            <a:ext cx="6557644" cy="3556001"/>
          </a:xfrm>
          <a:prstGeom prst="rect">
            <a:avLst/>
          </a:prstGeom>
          <a:ln w="12700">
            <a:miter lim="400000"/>
          </a:ln>
        </p:spPr>
      </p:pic>
      <p:sp>
        <p:nvSpPr>
          <p:cNvPr id="2" name="Text Placeholder 3">
            <a:extLst>
              <a:ext uri="{FF2B5EF4-FFF2-40B4-BE49-F238E27FC236}">
                <a16:creationId xmlns:a16="http://schemas.microsoft.com/office/drawing/2014/main" id="{99CF3841-8ED6-6708-57A4-9817037CEB78}"/>
              </a:ext>
            </a:extLst>
          </p:cNvPr>
          <p:cNvSpPr>
            <a:spLocks noGrp="1"/>
          </p:cNvSpPr>
          <p:nvPr>
            <p:ph type="body" sz="quarter" idx="21"/>
          </p:nvPr>
        </p:nvSpPr>
        <p:spPr>
          <a:xfrm>
            <a:off x="617538" y="4291334"/>
            <a:ext cx="2340000" cy="360000"/>
          </a:xfrm>
          <a:prstGeom prst="rect">
            <a:avLst/>
          </a:prstGeom>
        </p:spPr>
        <p:txBody>
          <a:bodyPr lIns="0" tIns="0" rIns="0" bIns="0">
            <a:noAutofit/>
          </a:bodyPr>
          <a:lstStyle>
            <a:lvl1pPr>
              <a:spcBef>
                <a:spcPts val="0"/>
              </a:spcBef>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3" name="Text Placeholder 3">
            <a:extLst>
              <a:ext uri="{FF2B5EF4-FFF2-40B4-BE49-F238E27FC236}">
                <a16:creationId xmlns:a16="http://schemas.microsoft.com/office/drawing/2014/main" id="{07F3690B-C83C-2263-51B8-2AD430316DB8}"/>
              </a:ext>
            </a:extLst>
          </p:cNvPr>
          <p:cNvSpPr>
            <a:spLocks noGrp="1"/>
          </p:cNvSpPr>
          <p:nvPr>
            <p:ph type="body" sz="quarter" idx="22"/>
          </p:nvPr>
        </p:nvSpPr>
        <p:spPr>
          <a:xfrm>
            <a:off x="3473690" y="4291334"/>
            <a:ext cx="2340000" cy="360000"/>
          </a:xfrm>
          <a:prstGeom prst="rect">
            <a:avLst/>
          </a:prstGeom>
        </p:spPr>
        <p:txBody>
          <a:bodyPr lIns="0" tIns="0" rIns="0" bIns="0">
            <a:noAutofit/>
          </a:bodyPr>
          <a:lstStyle>
            <a:lvl1pPr>
              <a:spcBef>
                <a:spcPts val="0"/>
              </a:spcBef>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4" name="Text Placeholder 3">
            <a:extLst>
              <a:ext uri="{FF2B5EF4-FFF2-40B4-BE49-F238E27FC236}">
                <a16:creationId xmlns:a16="http://schemas.microsoft.com/office/drawing/2014/main" id="{A283DC22-9630-B38E-C904-813DD4F866A9}"/>
              </a:ext>
            </a:extLst>
          </p:cNvPr>
          <p:cNvSpPr>
            <a:spLocks noGrp="1"/>
          </p:cNvSpPr>
          <p:nvPr>
            <p:ph type="body" sz="quarter" idx="23"/>
          </p:nvPr>
        </p:nvSpPr>
        <p:spPr>
          <a:xfrm>
            <a:off x="6329842" y="4291334"/>
            <a:ext cx="2340000" cy="360000"/>
          </a:xfrm>
          <a:prstGeom prst="rect">
            <a:avLst/>
          </a:prstGeom>
        </p:spPr>
        <p:txBody>
          <a:bodyPr lIns="0" tIns="0" rIns="0" bIns="0">
            <a:noAutofit/>
          </a:bodyPr>
          <a:lstStyle>
            <a:lvl1pPr>
              <a:spcBef>
                <a:spcPts val="0"/>
              </a:spcBef>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5" name="Text Placeholder 3">
            <a:extLst>
              <a:ext uri="{FF2B5EF4-FFF2-40B4-BE49-F238E27FC236}">
                <a16:creationId xmlns:a16="http://schemas.microsoft.com/office/drawing/2014/main" id="{3E5848EA-712E-9B18-ECD8-B6B00CEC65F5}"/>
              </a:ext>
            </a:extLst>
          </p:cNvPr>
          <p:cNvSpPr>
            <a:spLocks noGrp="1"/>
          </p:cNvSpPr>
          <p:nvPr>
            <p:ph type="body" sz="quarter" idx="24"/>
          </p:nvPr>
        </p:nvSpPr>
        <p:spPr>
          <a:xfrm>
            <a:off x="9185994" y="4291334"/>
            <a:ext cx="2340000" cy="360000"/>
          </a:xfrm>
          <a:prstGeom prst="rect">
            <a:avLst/>
          </a:prstGeom>
        </p:spPr>
        <p:txBody>
          <a:bodyPr lIns="0" tIns="0" rIns="0" bIns="0">
            <a:noAutofit/>
          </a:bodyPr>
          <a:lstStyle>
            <a:lvl1pPr>
              <a:spcBef>
                <a:spcPts val="0"/>
              </a:spcBef>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6" name="Text Placeholder 3">
            <a:extLst>
              <a:ext uri="{FF2B5EF4-FFF2-40B4-BE49-F238E27FC236}">
                <a16:creationId xmlns:a16="http://schemas.microsoft.com/office/drawing/2014/main" id="{239248B7-4F45-3A2F-F77A-254137B02A5D}"/>
              </a:ext>
            </a:extLst>
          </p:cNvPr>
          <p:cNvSpPr>
            <a:spLocks noGrp="1"/>
          </p:cNvSpPr>
          <p:nvPr>
            <p:ph type="body" sz="quarter" idx="25"/>
          </p:nvPr>
        </p:nvSpPr>
        <p:spPr>
          <a:xfrm>
            <a:off x="617538" y="4725144"/>
            <a:ext cx="2340000" cy="360000"/>
          </a:xfrm>
          <a:prstGeom prst="rect">
            <a:avLst/>
          </a:prstGeom>
        </p:spPr>
        <p:txBody>
          <a:bodyPr lIns="0" tIns="0" rIns="0" bIns="0">
            <a:noAutofit/>
          </a:bodyPr>
          <a:lstStyle>
            <a:lvl1pPr>
              <a:spcBef>
                <a:spcPts val="0"/>
              </a:spcBef>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7" name="Text Placeholder 3">
            <a:extLst>
              <a:ext uri="{FF2B5EF4-FFF2-40B4-BE49-F238E27FC236}">
                <a16:creationId xmlns:a16="http://schemas.microsoft.com/office/drawing/2014/main" id="{25580FAC-13AA-9847-E7FB-CA6185B21438}"/>
              </a:ext>
            </a:extLst>
          </p:cNvPr>
          <p:cNvSpPr>
            <a:spLocks noGrp="1"/>
          </p:cNvSpPr>
          <p:nvPr>
            <p:ph type="body" sz="quarter" idx="26"/>
          </p:nvPr>
        </p:nvSpPr>
        <p:spPr>
          <a:xfrm>
            <a:off x="3473690" y="4725144"/>
            <a:ext cx="2340000" cy="360000"/>
          </a:xfrm>
          <a:prstGeom prst="rect">
            <a:avLst/>
          </a:prstGeom>
        </p:spPr>
        <p:txBody>
          <a:bodyPr lIns="0" tIns="0" rIns="0" bIns="0">
            <a:noAutofit/>
          </a:bodyPr>
          <a:lstStyle>
            <a:lvl1pPr>
              <a:spcBef>
                <a:spcPts val="0"/>
              </a:spcBef>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8" name="Text Placeholder 3">
            <a:extLst>
              <a:ext uri="{FF2B5EF4-FFF2-40B4-BE49-F238E27FC236}">
                <a16:creationId xmlns:a16="http://schemas.microsoft.com/office/drawing/2014/main" id="{87064713-9468-3192-25BA-F4153E3A3D1C}"/>
              </a:ext>
            </a:extLst>
          </p:cNvPr>
          <p:cNvSpPr>
            <a:spLocks noGrp="1"/>
          </p:cNvSpPr>
          <p:nvPr>
            <p:ph type="body" sz="quarter" idx="27"/>
          </p:nvPr>
        </p:nvSpPr>
        <p:spPr>
          <a:xfrm>
            <a:off x="6329842" y="4725144"/>
            <a:ext cx="2340000" cy="360000"/>
          </a:xfrm>
          <a:prstGeom prst="rect">
            <a:avLst/>
          </a:prstGeom>
        </p:spPr>
        <p:txBody>
          <a:bodyPr lIns="0" tIns="0" rIns="0" bIns="0">
            <a:noAutofit/>
          </a:bodyPr>
          <a:lstStyle>
            <a:lvl1pPr>
              <a:spcBef>
                <a:spcPts val="0"/>
              </a:spcBef>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9" name="Text Placeholder 3">
            <a:extLst>
              <a:ext uri="{FF2B5EF4-FFF2-40B4-BE49-F238E27FC236}">
                <a16:creationId xmlns:a16="http://schemas.microsoft.com/office/drawing/2014/main" id="{B975AAF6-3101-6B0C-FD52-BB661302BFB7}"/>
              </a:ext>
            </a:extLst>
          </p:cNvPr>
          <p:cNvSpPr>
            <a:spLocks noGrp="1"/>
          </p:cNvSpPr>
          <p:nvPr>
            <p:ph type="body" sz="quarter" idx="28"/>
          </p:nvPr>
        </p:nvSpPr>
        <p:spPr>
          <a:xfrm>
            <a:off x="9185994" y="4725144"/>
            <a:ext cx="2340000" cy="360000"/>
          </a:xfrm>
          <a:prstGeom prst="rect">
            <a:avLst/>
          </a:prstGeom>
        </p:spPr>
        <p:txBody>
          <a:bodyPr lIns="0" tIns="0" rIns="0" bIns="0">
            <a:noAutofit/>
          </a:bodyPr>
          <a:lstStyle>
            <a:lvl1pPr>
              <a:spcBef>
                <a:spcPts val="0"/>
              </a:spcBef>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pic>
        <p:nvPicPr>
          <p:cNvPr id="10" name="Picture 9">
            <a:extLst>
              <a:ext uri="{FF2B5EF4-FFF2-40B4-BE49-F238E27FC236}">
                <a16:creationId xmlns:a16="http://schemas.microsoft.com/office/drawing/2014/main" id="{0DA257E9-E1E4-4676-33F4-21575F0D4664}"/>
              </a:ext>
            </a:extLst>
          </p:cNvPr>
          <p:cNvPicPr>
            <a:picLocks noChangeAspect="1"/>
          </p:cNvPicPr>
          <p:nvPr userDrawn="1"/>
        </p:nvPicPr>
        <p:blipFill>
          <a:blip r:embed="rId3"/>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1205080106"/>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lide Number"/>
          <p:cNvSpPr txBox="1">
            <a:spLocks noGrp="1"/>
          </p:cNvSpPr>
          <p:nvPr>
            <p:ph type="sldNum" sz="quarter" idx="2"/>
          </p:nvPr>
        </p:nvSpPr>
        <p:spPr>
          <a:xfrm>
            <a:off x="11574470" y="6480000"/>
            <a:ext cx="157094" cy="153888"/>
          </a:xfrm>
          <a:prstGeom prst="rect">
            <a:avLst/>
          </a:prstGeom>
          <a:ln w="12700">
            <a:miter lim="400000"/>
          </a:ln>
        </p:spPr>
        <p:txBody>
          <a:bodyPr wrap="none" lIns="0" tIns="0" rIns="0" bIns="0">
            <a:spAutoFit/>
          </a:bodyPr>
          <a:lstStyle>
            <a:lvl1pPr algn="r">
              <a:lnSpc>
                <a:spcPct val="100000"/>
              </a:lnSpc>
              <a:defRPr sz="1000" b="0">
                <a:solidFill>
                  <a:schemeClr val="bg1"/>
                </a:solidFill>
              </a:defRPr>
            </a:lvl1pPr>
          </a:lstStyle>
          <a:p>
            <a:fld id="{86CB4B4D-7CA3-9044-876B-883B54F8677D}" type="slidenum">
              <a:rPr lang="en-MT" smtClean="0"/>
              <a:pPr/>
              <a:t>‹#›</a:t>
            </a:fld>
            <a:endParaRPr lang="en-MT" dirty="0"/>
          </a:p>
        </p:txBody>
      </p:sp>
      <p:sp>
        <p:nvSpPr>
          <p:cNvPr id="4" name="Rectangle 26"/>
          <p:cNvSpPr/>
          <p:nvPr/>
        </p:nvSpPr>
        <p:spPr>
          <a:xfrm>
            <a:off x="500" y="6761480"/>
            <a:ext cx="12178800"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
        <p:nvSpPr>
          <p:cNvPr id="13" name="Title Text">
            <a:extLst>
              <a:ext uri="{FF2B5EF4-FFF2-40B4-BE49-F238E27FC236}">
                <a16:creationId xmlns:a16="http://schemas.microsoft.com/office/drawing/2014/main" id="{0FA158A4-54D2-FE6D-8D99-B11D40E0AF64}"/>
              </a:ext>
            </a:extLst>
          </p:cNvPr>
          <p:cNvSpPr txBox="1">
            <a:spLocks noGrp="1"/>
          </p:cNvSpPr>
          <p:nvPr>
            <p:ph type="title"/>
          </p:nvPr>
        </p:nvSpPr>
        <p:spPr>
          <a:xfrm>
            <a:off x="359999" y="360000"/>
            <a:ext cx="9000000" cy="90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lstStyle/>
          <a:p>
            <a:r>
              <a:rPr dirty="0"/>
              <a:t>Title Text</a:t>
            </a:r>
          </a:p>
        </p:txBody>
      </p:sp>
      <p:pic>
        <p:nvPicPr>
          <p:cNvPr id="5" name="Picture 4">
            <a:extLst>
              <a:ext uri="{FF2B5EF4-FFF2-40B4-BE49-F238E27FC236}">
                <a16:creationId xmlns:a16="http://schemas.microsoft.com/office/drawing/2014/main" id="{C870ADC5-57FC-F55D-0F83-C584981192E6}"/>
              </a:ext>
            </a:extLst>
          </p:cNvPr>
          <p:cNvPicPr>
            <a:picLocks noChangeAspect="1"/>
          </p:cNvPicPr>
          <p:nvPr userDrawn="1"/>
        </p:nvPicPr>
        <p:blipFill>
          <a:blip r:embed="rId24"/>
          <a:stretch>
            <a:fillRect/>
          </a:stretch>
        </p:blipFill>
        <p:spPr>
          <a:xfrm>
            <a:off x="10897966" y="362286"/>
            <a:ext cx="833598" cy="416799"/>
          </a:xfrm>
          <a:prstGeom prst="rect">
            <a:avLst/>
          </a:prstGeom>
        </p:spPr>
      </p:pic>
    </p:spTree>
  </p:cSld>
  <p:clrMap bg1="dk1" tx1="lt1" bg2="dk2" tx2="lt2" accent1="accent1" accent2="accent2" accent3="accent3" accent4="accent4" accent5="accent5" accent6="accent6" hlink="hlink" folHlink="folHlink"/>
  <p:sldLayoutIdLst>
    <p:sldLayoutId id="2147483716" r:id="rId1"/>
    <p:sldLayoutId id="2147483715" r:id="rId2"/>
    <p:sldLayoutId id="2147483724" r:id="rId3"/>
    <p:sldLayoutId id="2147483727" r:id="rId4"/>
    <p:sldLayoutId id="2147483736" r:id="rId5"/>
    <p:sldLayoutId id="2147483725" r:id="rId6"/>
    <p:sldLayoutId id="2147483734" r:id="rId7"/>
    <p:sldLayoutId id="2147483738" r:id="rId8"/>
    <p:sldLayoutId id="2147483726" r:id="rId9"/>
    <p:sldLayoutId id="2147483717" r:id="rId10"/>
    <p:sldLayoutId id="2147483718" r:id="rId11"/>
    <p:sldLayoutId id="2147483728" r:id="rId12"/>
    <p:sldLayoutId id="2147483732" r:id="rId13"/>
    <p:sldLayoutId id="2147483739" r:id="rId14"/>
    <p:sldLayoutId id="2147483741" r:id="rId15"/>
    <p:sldLayoutId id="2147483731" r:id="rId16"/>
    <p:sldLayoutId id="2147483730" r:id="rId17"/>
    <p:sldLayoutId id="2147483729" r:id="rId18"/>
    <p:sldLayoutId id="2147483742" r:id="rId19"/>
    <p:sldLayoutId id="2147483735" r:id="rId20"/>
    <p:sldLayoutId id="2147483740" r:id="rId21"/>
    <p:sldLayoutId id="2147483720" r:id="rId22"/>
  </p:sldLayoutIdLst>
  <p:transition spd="med"/>
  <p:hf hdr="0" ftr="0" dt="0"/>
  <p:txStyles>
    <p:title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p:titleStyle>
    <p:bodyStyle>
      <a:lvl1pPr marL="0" marR="0" indent="0" algn="l" defTabSz="457200" rtl="0" eaLnBrk="1" latinLnBrk="0" hangingPunct="1">
        <a:lnSpc>
          <a:spcPct val="100000"/>
        </a:lnSpc>
        <a:spcBef>
          <a:spcPts val="500"/>
        </a:spcBef>
        <a:spcAft>
          <a:spcPts val="0"/>
        </a:spcAft>
        <a:buClrTx/>
        <a:buSzTx/>
        <a:buFontTx/>
        <a:buNone/>
        <a:tabLst/>
        <a:defRPr sz="1800" b="0" i="0" u="none" strike="noStrike" cap="none" spc="0" baseline="0">
          <a:solidFill>
            <a:schemeClr val="accent4">
              <a:hueOff val="-839560"/>
              <a:satOff val="19935"/>
              <a:lumOff val="-15534"/>
            </a:schemeClr>
          </a:solidFill>
          <a:uFillTx/>
          <a:latin typeface="Arial"/>
          <a:ea typeface="Arial"/>
          <a:cs typeface="Arial"/>
          <a:sym typeface="Arial"/>
        </a:defRPr>
      </a:lvl1pPr>
      <a:lvl2pPr marL="104775" marR="0" indent="-104775"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2pPr>
      <a:lvl3pPr marL="273684" marR="0" indent="-99059"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3pPr>
      <a:lvl4pPr marL="443547" marR="0" indent="-103822"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4pPr>
      <a:lvl5pPr marL="617537" marR="0" indent="-104775"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5pPr>
      <a:lvl6pPr marL="2423160" marR="0" indent="-137160"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6pPr>
      <a:lvl7pPr marL="2880360" marR="0" indent="-137160"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7pPr>
      <a:lvl8pPr marL="3337559" marR="0" indent="-137159"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8pPr>
      <a:lvl9pPr marL="3794759" marR="0" indent="-137159"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9pPr>
    </p:bodyStyle>
    <p:otherStyle>
      <a:lvl1pPr marL="0" marR="0" indent="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1pPr>
      <a:lvl2pPr marL="0" marR="0" indent="4572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2pPr>
      <a:lvl3pPr marL="0" marR="0" indent="9144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3pPr>
      <a:lvl4pPr marL="0" marR="0" indent="13716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4pPr>
      <a:lvl5pPr marL="0" marR="0" indent="18288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5pPr>
      <a:lvl6pPr marL="0" marR="0" indent="22860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6pPr>
      <a:lvl7pPr marL="0" marR="0" indent="27432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7pPr>
      <a:lvl8pPr marL="0" marR="0" indent="32004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8pPr>
      <a:lvl9pPr marL="0" marR="0" indent="36576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59B082B-315C-DD8D-A168-52A194A97853}"/>
              </a:ext>
            </a:extLst>
          </p:cNvPr>
          <p:cNvSpPr>
            <a:spLocks noGrp="1"/>
          </p:cNvSpPr>
          <p:nvPr>
            <p:ph type="body" sz="quarter" idx="22"/>
          </p:nvPr>
        </p:nvSpPr>
        <p:spPr>
          <a:xfrm>
            <a:off x="640800" y="4118205"/>
            <a:ext cx="8280000" cy="451754"/>
          </a:xfrm>
        </p:spPr>
        <p:txBody>
          <a:bodyPr/>
          <a:lstStyle/>
          <a:p>
            <a:r>
              <a:rPr lang="en-US" dirty="0"/>
              <a:t>UiPath </a:t>
            </a:r>
            <a:r>
              <a:rPr lang="en-US" dirty="0" err="1"/>
              <a:t>AgentHack</a:t>
            </a:r>
            <a:r>
              <a:rPr lang="en-US" dirty="0"/>
              <a:t>. Build the AI agents of tomorrow. </a:t>
            </a:r>
            <a:endParaRPr lang="en-MT" dirty="0"/>
          </a:p>
        </p:txBody>
      </p:sp>
      <p:sp>
        <p:nvSpPr>
          <p:cNvPr id="3" name="Title 2">
            <a:extLst>
              <a:ext uri="{FF2B5EF4-FFF2-40B4-BE49-F238E27FC236}">
                <a16:creationId xmlns:a16="http://schemas.microsoft.com/office/drawing/2014/main" id="{FBDEDE4E-6ACF-3A2E-D9B3-191EFDDD253B}"/>
              </a:ext>
            </a:extLst>
          </p:cNvPr>
          <p:cNvSpPr>
            <a:spLocks noGrp="1"/>
          </p:cNvSpPr>
          <p:nvPr>
            <p:ph type="title"/>
          </p:nvPr>
        </p:nvSpPr>
        <p:spPr>
          <a:xfrm>
            <a:off x="640800" y="3080317"/>
            <a:ext cx="8280000" cy="1037888"/>
          </a:xfrm>
        </p:spPr>
        <p:txBody>
          <a:bodyPr/>
          <a:lstStyle/>
          <a:p>
            <a:r>
              <a:rPr lang="en-MT" dirty="0"/>
              <a:t>Presentation title goes here</a:t>
            </a:r>
            <a:br>
              <a:rPr lang="en-MT" dirty="0"/>
            </a:br>
            <a:r>
              <a:rPr lang="en-MT" dirty="0"/>
              <a:t>in maximum 2 lines.</a:t>
            </a:r>
          </a:p>
        </p:txBody>
      </p:sp>
    </p:spTree>
    <p:extLst>
      <p:ext uri="{BB962C8B-B14F-4D97-AF65-F5344CB8AC3E}">
        <p14:creationId xmlns:p14="http://schemas.microsoft.com/office/powerpoint/2010/main" val="749991134"/>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AFA35-F81D-0626-83EB-70B088D9B9DF}"/>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E66991E2-8AE2-DD26-A9A4-214B73B61F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255" y="1925979"/>
            <a:ext cx="2223500" cy="2228624"/>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6">
            <a:extLst>
              <a:ext uri="{FF2B5EF4-FFF2-40B4-BE49-F238E27FC236}">
                <a16:creationId xmlns:a16="http://schemas.microsoft.com/office/drawing/2014/main" id="{023A3B3B-70DA-4806-B848-C55E152C6CBF}"/>
              </a:ext>
            </a:extLst>
          </p:cNvPr>
          <p:cNvSpPr>
            <a:spLocks noGrp="1"/>
          </p:cNvSpPr>
          <p:nvPr/>
        </p:nvSpPr>
        <p:spPr>
          <a:xfrm>
            <a:off x="308294" y="4436925"/>
            <a:ext cx="2710314" cy="489737"/>
          </a:xfrm>
          <a:prstGeom prst="rect">
            <a:avLst/>
          </a:prstGeom>
        </p:spPr>
        <p:txBody>
          <a:bodyPr vert="horz" lIns="0" tIns="0" rIns="0" bIns="0" rtlCol="0" anchor="b" anchorCtr="1">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Jane Doe</a:t>
            </a:r>
          </a:p>
        </p:txBody>
      </p:sp>
      <p:sp>
        <p:nvSpPr>
          <p:cNvPr id="4" name="Text Placeholder 11">
            <a:extLst>
              <a:ext uri="{FF2B5EF4-FFF2-40B4-BE49-F238E27FC236}">
                <a16:creationId xmlns:a16="http://schemas.microsoft.com/office/drawing/2014/main" id="{C50F4400-3C94-4D3A-92CC-2C64D553524A}"/>
              </a:ext>
            </a:extLst>
          </p:cNvPr>
          <p:cNvSpPr>
            <a:spLocks noGrp="1"/>
          </p:cNvSpPr>
          <p:nvPr/>
        </p:nvSpPr>
        <p:spPr>
          <a:xfrm>
            <a:off x="342659" y="5063729"/>
            <a:ext cx="2710691" cy="1141008"/>
          </a:xfrm>
          <a:prstGeom prst="rect">
            <a:avLst/>
          </a:prstGeom>
        </p:spPr>
        <p:txBody>
          <a:bodyPr vert="horz" lIns="0" tIns="0" rIns="0" bIns="0" rtlCol="0" anchor="t" anchorCtr="1">
            <a:noAutofit/>
          </a:bodyPr>
          <a:lstStyle>
            <a:lvl1pPr marL="0" indent="0" algn="l" defTabSz="457200" rtl="0" eaLnBrk="1" latinLnBrk="0" hangingPunct="1">
              <a:spcBef>
                <a:spcPts val="1000"/>
              </a:spcBef>
              <a:buFont typeface="Arial"/>
              <a:buNone/>
              <a:defRPr sz="16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6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Job title @Company jane.doe@uipath.com </a:t>
            </a:r>
          </a:p>
        </p:txBody>
      </p:sp>
      <p:pic>
        <p:nvPicPr>
          <p:cNvPr id="5" name="Picture 2">
            <a:extLst>
              <a:ext uri="{FF2B5EF4-FFF2-40B4-BE49-F238E27FC236}">
                <a16:creationId xmlns:a16="http://schemas.microsoft.com/office/drawing/2014/main" id="{8D8FDD73-F412-713B-3DD2-71DA1C30C4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8334" y="1925979"/>
            <a:ext cx="2223500" cy="2228624"/>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6">
            <a:extLst>
              <a:ext uri="{FF2B5EF4-FFF2-40B4-BE49-F238E27FC236}">
                <a16:creationId xmlns:a16="http://schemas.microsoft.com/office/drawing/2014/main" id="{03A01159-846F-0F7B-6E10-2F795B0A06AA}"/>
              </a:ext>
            </a:extLst>
          </p:cNvPr>
          <p:cNvSpPr>
            <a:spLocks noGrp="1"/>
          </p:cNvSpPr>
          <p:nvPr/>
        </p:nvSpPr>
        <p:spPr>
          <a:xfrm>
            <a:off x="3216503" y="4450509"/>
            <a:ext cx="2710314" cy="489737"/>
          </a:xfrm>
          <a:prstGeom prst="rect">
            <a:avLst/>
          </a:prstGeom>
        </p:spPr>
        <p:txBody>
          <a:bodyPr vert="horz" lIns="0" tIns="0" rIns="0" bIns="0" rtlCol="0" anchor="b" anchorCtr="1">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Jane Doe</a:t>
            </a:r>
          </a:p>
        </p:txBody>
      </p:sp>
      <p:sp>
        <p:nvSpPr>
          <p:cNvPr id="7" name="Text Placeholder 11">
            <a:extLst>
              <a:ext uri="{FF2B5EF4-FFF2-40B4-BE49-F238E27FC236}">
                <a16:creationId xmlns:a16="http://schemas.microsoft.com/office/drawing/2014/main" id="{2D9BC4B5-779B-1958-1E56-3B92969E86DF}"/>
              </a:ext>
            </a:extLst>
          </p:cNvPr>
          <p:cNvSpPr>
            <a:spLocks noGrp="1"/>
          </p:cNvSpPr>
          <p:nvPr/>
        </p:nvSpPr>
        <p:spPr>
          <a:xfrm>
            <a:off x="3105672" y="5062793"/>
            <a:ext cx="2710691" cy="1141008"/>
          </a:xfrm>
          <a:prstGeom prst="rect">
            <a:avLst/>
          </a:prstGeom>
        </p:spPr>
        <p:txBody>
          <a:bodyPr vert="horz" lIns="0" tIns="0" rIns="0" bIns="0" rtlCol="0" anchor="t" anchorCtr="1">
            <a:noAutofit/>
          </a:bodyPr>
          <a:lstStyle>
            <a:lvl1pPr marL="0" indent="0" algn="l" defTabSz="457200" rtl="0" eaLnBrk="1" latinLnBrk="0" hangingPunct="1">
              <a:spcBef>
                <a:spcPts val="1000"/>
              </a:spcBef>
              <a:buFont typeface="Arial"/>
              <a:buNone/>
              <a:defRPr sz="16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6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Job title @Company jane.doe@uipath.com </a:t>
            </a:r>
          </a:p>
        </p:txBody>
      </p:sp>
      <p:pic>
        <p:nvPicPr>
          <p:cNvPr id="8" name="Picture 2">
            <a:extLst>
              <a:ext uri="{FF2B5EF4-FFF2-40B4-BE49-F238E27FC236}">
                <a16:creationId xmlns:a16="http://schemas.microsoft.com/office/drawing/2014/main" id="{7DBA6F5D-90AD-506A-CE4D-89319B51CB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1716" y="1973262"/>
            <a:ext cx="2223500" cy="2228624"/>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B970237-0361-6A57-6B9D-3344AC7DBB09}"/>
              </a:ext>
            </a:extLst>
          </p:cNvPr>
          <p:cNvSpPr>
            <a:spLocks noGrp="1"/>
          </p:cNvSpPr>
          <p:nvPr/>
        </p:nvSpPr>
        <p:spPr>
          <a:xfrm>
            <a:off x="6148101" y="4450509"/>
            <a:ext cx="2710314" cy="489737"/>
          </a:xfrm>
          <a:prstGeom prst="rect">
            <a:avLst/>
          </a:prstGeom>
        </p:spPr>
        <p:txBody>
          <a:bodyPr vert="horz" lIns="0" tIns="0" rIns="0" bIns="0" rtlCol="0" anchor="b" anchorCtr="1">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Jane Doe</a:t>
            </a:r>
          </a:p>
        </p:txBody>
      </p:sp>
      <p:sp>
        <p:nvSpPr>
          <p:cNvPr id="10" name="Text Placeholder 11">
            <a:extLst>
              <a:ext uri="{FF2B5EF4-FFF2-40B4-BE49-F238E27FC236}">
                <a16:creationId xmlns:a16="http://schemas.microsoft.com/office/drawing/2014/main" id="{242DAF2E-2BDB-8C60-D764-D5185EBF89A0}"/>
              </a:ext>
            </a:extLst>
          </p:cNvPr>
          <p:cNvSpPr>
            <a:spLocks noGrp="1"/>
          </p:cNvSpPr>
          <p:nvPr/>
        </p:nvSpPr>
        <p:spPr>
          <a:xfrm>
            <a:off x="6148101" y="5060108"/>
            <a:ext cx="2710691" cy="1141008"/>
          </a:xfrm>
          <a:prstGeom prst="rect">
            <a:avLst/>
          </a:prstGeom>
        </p:spPr>
        <p:txBody>
          <a:bodyPr vert="horz" lIns="0" tIns="0" rIns="0" bIns="0" rtlCol="0" anchor="t" anchorCtr="1">
            <a:noAutofit/>
          </a:bodyPr>
          <a:lstStyle>
            <a:lvl1pPr marL="0" indent="0" algn="l" defTabSz="457200" rtl="0" eaLnBrk="1" latinLnBrk="0" hangingPunct="1">
              <a:spcBef>
                <a:spcPts val="1000"/>
              </a:spcBef>
              <a:buFont typeface="Arial"/>
              <a:buNone/>
              <a:defRPr sz="16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6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Job title @Company jane.doe@uipath.com </a:t>
            </a:r>
          </a:p>
        </p:txBody>
      </p:sp>
      <p:pic>
        <p:nvPicPr>
          <p:cNvPr id="11" name="Picture 2">
            <a:extLst>
              <a:ext uri="{FF2B5EF4-FFF2-40B4-BE49-F238E27FC236}">
                <a16:creationId xmlns:a16="http://schemas.microsoft.com/office/drawing/2014/main" id="{49E04C0B-2472-ED45-82CC-742C963F71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25098" y="1973262"/>
            <a:ext cx="2223500" cy="2228624"/>
          </a:xfrm>
          <a:prstGeom prst="rect">
            <a:avLst/>
          </a:prstGeom>
          <a:noFill/>
          <a:extLst>
            <a:ext uri="{909E8E84-426E-40DD-AFC4-6F175D3DCCD1}">
              <a14:hiddenFill xmlns:a14="http://schemas.microsoft.com/office/drawing/2010/main">
                <a:solidFill>
                  <a:srgbClr val="FFFFFF"/>
                </a:solidFill>
              </a14:hiddenFill>
            </a:ext>
          </a:extLst>
        </p:spPr>
      </p:pic>
      <p:sp>
        <p:nvSpPr>
          <p:cNvPr id="12" name="Text Placeholder 6">
            <a:extLst>
              <a:ext uri="{FF2B5EF4-FFF2-40B4-BE49-F238E27FC236}">
                <a16:creationId xmlns:a16="http://schemas.microsoft.com/office/drawing/2014/main" id="{B647BEE1-A482-AA4D-385A-A902F0852F5E}"/>
              </a:ext>
            </a:extLst>
          </p:cNvPr>
          <p:cNvSpPr>
            <a:spLocks noGrp="1"/>
          </p:cNvSpPr>
          <p:nvPr/>
        </p:nvSpPr>
        <p:spPr>
          <a:xfrm>
            <a:off x="8858415" y="4436925"/>
            <a:ext cx="2710314" cy="489737"/>
          </a:xfrm>
          <a:prstGeom prst="rect">
            <a:avLst/>
          </a:prstGeom>
        </p:spPr>
        <p:txBody>
          <a:bodyPr vert="horz" lIns="0" tIns="0" rIns="0" bIns="0" rtlCol="0" anchor="b" anchorCtr="1">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Jane Doe</a:t>
            </a:r>
          </a:p>
        </p:txBody>
      </p:sp>
      <p:sp>
        <p:nvSpPr>
          <p:cNvPr id="13" name="Text Placeholder 11">
            <a:extLst>
              <a:ext uri="{FF2B5EF4-FFF2-40B4-BE49-F238E27FC236}">
                <a16:creationId xmlns:a16="http://schemas.microsoft.com/office/drawing/2014/main" id="{D0822F4C-6C78-11B3-C564-A83C5BAD18B2}"/>
              </a:ext>
            </a:extLst>
          </p:cNvPr>
          <p:cNvSpPr>
            <a:spLocks noGrp="1"/>
          </p:cNvSpPr>
          <p:nvPr/>
        </p:nvSpPr>
        <p:spPr>
          <a:xfrm>
            <a:off x="8881502" y="5060108"/>
            <a:ext cx="2710691" cy="1141008"/>
          </a:xfrm>
          <a:prstGeom prst="rect">
            <a:avLst/>
          </a:prstGeom>
        </p:spPr>
        <p:txBody>
          <a:bodyPr vert="horz" lIns="0" tIns="0" rIns="0" bIns="0" rtlCol="0" anchor="t" anchorCtr="1">
            <a:noAutofit/>
          </a:bodyPr>
          <a:lstStyle>
            <a:lvl1pPr marL="0" indent="0" algn="l" defTabSz="457200" rtl="0" eaLnBrk="1" latinLnBrk="0" hangingPunct="1">
              <a:spcBef>
                <a:spcPts val="1000"/>
              </a:spcBef>
              <a:buFont typeface="Arial"/>
              <a:buNone/>
              <a:defRPr sz="16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6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Job title @Company jane.doe@uipath.com </a:t>
            </a:r>
          </a:p>
        </p:txBody>
      </p:sp>
      <p:sp>
        <p:nvSpPr>
          <p:cNvPr id="14" name="Title 1">
            <a:extLst>
              <a:ext uri="{FF2B5EF4-FFF2-40B4-BE49-F238E27FC236}">
                <a16:creationId xmlns:a16="http://schemas.microsoft.com/office/drawing/2014/main" id="{426A5EB7-4B7D-852B-B90D-74E6498EA545}"/>
              </a:ext>
            </a:extLst>
          </p:cNvPr>
          <p:cNvSpPr txBox="1">
            <a:spLocks/>
          </p:cNvSpPr>
          <p:nvPr/>
        </p:nvSpPr>
        <p:spPr>
          <a:xfrm>
            <a:off x="359999" y="360000"/>
            <a:ext cx="9000000" cy="900000"/>
          </a:xfrm>
          <a:prstGeom prst="rect">
            <a:avLst/>
          </a:prstGeom>
        </p:spPr>
        <p:txBody>
          <a:bodyPr/>
          <a:lst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a:lstStyle>
          <a:p>
            <a:r>
              <a:rPr lang="en-US" dirty="0"/>
              <a:t>Team name</a:t>
            </a:r>
            <a:r>
              <a:rPr lang="en-US" b="0" dirty="0"/>
              <a:t>​</a:t>
            </a:r>
            <a:br>
              <a:rPr lang="en-US" b="0" dirty="0"/>
            </a:br>
            <a:r>
              <a:rPr lang="en-US" dirty="0"/>
              <a:t>Project title (if any)</a:t>
            </a:r>
            <a:r>
              <a:rPr lang="en-US" b="0" dirty="0"/>
              <a:t>​</a:t>
            </a:r>
            <a:endParaRPr lang="en-MT" dirty="0"/>
          </a:p>
        </p:txBody>
      </p:sp>
    </p:spTree>
    <p:extLst>
      <p:ext uri="{BB962C8B-B14F-4D97-AF65-F5344CB8AC3E}">
        <p14:creationId xmlns:p14="http://schemas.microsoft.com/office/powerpoint/2010/main" val="2231807245"/>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E3D97-861B-8216-1596-A30DB1E0C2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1A60B8-E509-98E7-2FEE-CE8BB6CF2A9D}"/>
              </a:ext>
            </a:extLst>
          </p:cNvPr>
          <p:cNvSpPr>
            <a:spLocks noGrp="1"/>
          </p:cNvSpPr>
          <p:nvPr>
            <p:ph type="title"/>
          </p:nvPr>
        </p:nvSpPr>
        <p:spPr/>
        <p:txBody>
          <a:bodyPr/>
          <a:lstStyle/>
          <a:p>
            <a:r>
              <a:rPr lang="en-GB" dirty="0">
                <a:solidFill>
                  <a:srgbClr val="172024"/>
                </a:solidFill>
              </a:rPr>
              <a:t>Problem statement and proposed solution</a:t>
            </a:r>
            <a:endParaRPr lang="en-MT" dirty="0">
              <a:solidFill>
                <a:srgbClr val="172024"/>
              </a:solidFill>
            </a:endParaRPr>
          </a:p>
        </p:txBody>
      </p:sp>
      <p:sp>
        <p:nvSpPr>
          <p:cNvPr id="10" name="Slide Number Placeholder 9">
            <a:extLst>
              <a:ext uri="{FF2B5EF4-FFF2-40B4-BE49-F238E27FC236}">
                <a16:creationId xmlns:a16="http://schemas.microsoft.com/office/drawing/2014/main" id="{612CFE9D-67C2-DBC8-C1B9-92F9C34115AD}"/>
              </a:ext>
            </a:extLst>
          </p:cNvPr>
          <p:cNvSpPr>
            <a:spLocks noGrp="1"/>
          </p:cNvSpPr>
          <p:nvPr>
            <p:ph type="sldNum" sz="quarter" idx="10"/>
          </p:nvPr>
        </p:nvSpPr>
        <p:spPr/>
        <p:txBody>
          <a:bodyPr/>
          <a:lstStyle/>
          <a:p>
            <a:fld id="{86CB4B4D-7CA3-9044-876B-883B54F8677D}" type="slidenum">
              <a:rPr lang="en-MT" smtClean="0"/>
              <a:t>3</a:t>
            </a:fld>
            <a:endParaRPr lang="en-MT"/>
          </a:p>
        </p:txBody>
      </p:sp>
      <p:sp>
        <p:nvSpPr>
          <p:cNvPr id="3" name="Text Placeholder 2">
            <a:extLst>
              <a:ext uri="{FF2B5EF4-FFF2-40B4-BE49-F238E27FC236}">
                <a16:creationId xmlns:a16="http://schemas.microsoft.com/office/drawing/2014/main" id="{ACA789EF-7679-BC5C-55B2-79105E026D27}"/>
              </a:ext>
            </a:extLst>
          </p:cNvPr>
          <p:cNvSpPr>
            <a:spLocks noGrp="1"/>
          </p:cNvSpPr>
          <p:nvPr>
            <p:ph type="body" sz="quarter" idx="15"/>
          </p:nvPr>
        </p:nvSpPr>
        <p:spPr/>
        <p:txBody>
          <a:bodyPr/>
          <a:lstStyle/>
          <a:p>
            <a:r>
              <a:rPr lang="en-GB" dirty="0"/>
              <a:t>Problem</a:t>
            </a:r>
          </a:p>
        </p:txBody>
      </p:sp>
      <p:sp>
        <p:nvSpPr>
          <p:cNvPr id="4" name="Content Placeholder 3">
            <a:extLst>
              <a:ext uri="{FF2B5EF4-FFF2-40B4-BE49-F238E27FC236}">
                <a16:creationId xmlns:a16="http://schemas.microsoft.com/office/drawing/2014/main" id="{6DEF4AF2-F532-7980-A51E-EB633C18E090}"/>
              </a:ext>
            </a:extLst>
          </p:cNvPr>
          <p:cNvSpPr>
            <a:spLocks noGrp="1"/>
          </p:cNvSpPr>
          <p:nvPr>
            <p:ph idx="16"/>
          </p:nvPr>
        </p:nvSpPr>
        <p:spPr>
          <a:prstGeom prst="rect">
            <a:avLst/>
          </a:prstGeom>
        </p:spPr>
        <p:txBody>
          <a:bodyPr/>
          <a:lstStyle/>
          <a:p>
            <a:pPr marL="285750" indent="-285750" fontAlgn="base">
              <a:buFont typeface="Arial" panose="020B0604020202020204" pitchFamily="34" charset="0"/>
              <a:buChar char="•"/>
            </a:pPr>
            <a:r>
              <a:rPr lang="en-US" dirty="0"/>
              <a:t>What real-world problem are you solving?​</a:t>
            </a:r>
          </a:p>
          <a:p>
            <a:pPr marL="285750" indent="-285750" fontAlgn="base">
              <a:buFont typeface="Arial" panose="020B0604020202020204" pitchFamily="34" charset="0"/>
              <a:buChar char="•"/>
            </a:pPr>
            <a:r>
              <a:rPr lang="en-US" dirty="0"/>
              <a:t>Why does it matter?</a:t>
            </a:r>
          </a:p>
        </p:txBody>
      </p:sp>
      <p:sp>
        <p:nvSpPr>
          <p:cNvPr id="5" name="Text Placeholder 4">
            <a:extLst>
              <a:ext uri="{FF2B5EF4-FFF2-40B4-BE49-F238E27FC236}">
                <a16:creationId xmlns:a16="http://schemas.microsoft.com/office/drawing/2014/main" id="{CF86218D-58D1-4DB9-D829-CC6DC53A0A26}"/>
              </a:ext>
            </a:extLst>
          </p:cNvPr>
          <p:cNvSpPr>
            <a:spLocks noGrp="1"/>
          </p:cNvSpPr>
          <p:nvPr>
            <p:ph type="body" sz="quarter" idx="17"/>
          </p:nvPr>
        </p:nvSpPr>
        <p:spPr/>
        <p:txBody>
          <a:bodyPr/>
          <a:lstStyle/>
          <a:p>
            <a:r>
              <a:rPr lang="en-GB" dirty="0"/>
              <a:t>Solution</a:t>
            </a:r>
          </a:p>
        </p:txBody>
      </p:sp>
      <p:sp>
        <p:nvSpPr>
          <p:cNvPr id="6" name="Content Placeholder 5">
            <a:extLst>
              <a:ext uri="{FF2B5EF4-FFF2-40B4-BE49-F238E27FC236}">
                <a16:creationId xmlns:a16="http://schemas.microsoft.com/office/drawing/2014/main" id="{39D3F4E2-81AA-B610-6D1B-F0DAA1E2611A}"/>
              </a:ext>
            </a:extLst>
          </p:cNvPr>
          <p:cNvSpPr>
            <a:spLocks noGrp="1"/>
          </p:cNvSpPr>
          <p:nvPr>
            <p:ph idx="18"/>
          </p:nvPr>
        </p:nvSpPr>
        <p:spPr/>
        <p:txBody>
          <a:bodyPr/>
          <a:lstStyle/>
          <a:p>
            <a:pPr marL="285750" indent="-285750" fontAlgn="base">
              <a:buFont typeface="Arial" panose="020B0604020202020204" pitchFamily="34" charset="0"/>
              <a:buChar char="•"/>
            </a:pPr>
            <a:r>
              <a:rPr lang="en-US" dirty="0"/>
              <a:t>Brief summary of the solution and what makes it unique​</a:t>
            </a:r>
          </a:p>
          <a:p>
            <a:pPr marL="285750" indent="-285750" fontAlgn="base">
              <a:buFont typeface="Arial" panose="020B0604020202020204" pitchFamily="34" charset="0"/>
              <a:buChar char="•"/>
            </a:pPr>
            <a:r>
              <a:rPr lang="en-US" dirty="0"/>
              <a:t>High-level value prop or innovation angle</a:t>
            </a:r>
          </a:p>
        </p:txBody>
      </p:sp>
    </p:spTree>
    <p:extLst>
      <p:ext uri="{BB962C8B-B14F-4D97-AF65-F5344CB8AC3E}">
        <p14:creationId xmlns:p14="http://schemas.microsoft.com/office/powerpoint/2010/main" val="388946008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2A98F-0D34-4F65-DE46-AE03205ED290}"/>
            </a:ext>
          </a:extLst>
        </p:cNvPr>
        <p:cNvGrpSpPr/>
        <p:nvPr/>
      </p:nvGrpSpPr>
      <p:grpSpPr>
        <a:xfrm>
          <a:off x="0" y="0"/>
          <a:ext cx="0" cy="0"/>
          <a:chOff x="0" y="0"/>
          <a:chExt cx="0" cy="0"/>
        </a:xfrm>
      </p:grpSpPr>
      <p:sp>
        <p:nvSpPr>
          <p:cNvPr id="2" name="Title 5">
            <a:extLst>
              <a:ext uri="{FF2B5EF4-FFF2-40B4-BE49-F238E27FC236}">
                <a16:creationId xmlns:a16="http://schemas.microsoft.com/office/drawing/2014/main" id="{AD4CB4D1-7370-9D56-91FE-E94FD0B5521C}"/>
              </a:ext>
            </a:extLst>
          </p:cNvPr>
          <p:cNvSpPr txBox="1">
            <a:spLocks/>
          </p:cNvSpPr>
          <p:nvPr/>
        </p:nvSpPr>
        <p:spPr>
          <a:xfrm>
            <a:off x="259203" y="360000"/>
            <a:ext cx="9000000" cy="499928"/>
          </a:xfrm>
          <a:prstGeom prst="rect">
            <a:avLst/>
          </a:prstGeom>
        </p:spPr>
        <p:txBody>
          <a:bodyPr/>
          <a:lst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a:lstStyle>
          <a:p>
            <a:r>
              <a:rPr lang="en-GB" dirty="0"/>
              <a:t>Benefits and technologies used</a:t>
            </a:r>
            <a:endParaRPr lang="en-MT" dirty="0"/>
          </a:p>
        </p:txBody>
      </p:sp>
      <p:sp>
        <p:nvSpPr>
          <p:cNvPr id="3" name="Slide Number">
            <a:extLst>
              <a:ext uri="{FF2B5EF4-FFF2-40B4-BE49-F238E27FC236}">
                <a16:creationId xmlns:a16="http://schemas.microsoft.com/office/drawing/2014/main" id="{3318ADF4-66DC-932F-99DD-DE3F238E9B1F}"/>
              </a:ext>
            </a:extLst>
          </p:cNvPr>
          <p:cNvSpPr txBox="1">
            <a:spLocks noGrp="1"/>
          </p:cNvSpPr>
          <p:nvPr>
            <p:ph type="sldNum" sz="quarter" idx="10"/>
          </p:nvPr>
        </p:nvSpPr>
        <p:spPr>
          <a:xfrm>
            <a:off x="11574470" y="6480000"/>
            <a:ext cx="157094" cy="15388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4</a:t>
            </a:fld>
            <a:endParaRPr/>
          </a:p>
        </p:txBody>
      </p:sp>
      <p:graphicFrame>
        <p:nvGraphicFramePr>
          <p:cNvPr id="4" name="Table 3">
            <a:extLst>
              <a:ext uri="{FF2B5EF4-FFF2-40B4-BE49-F238E27FC236}">
                <a16:creationId xmlns:a16="http://schemas.microsoft.com/office/drawing/2014/main" id="{D6412797-89F7-45B5-CEE9-E11B1345AA3A}"/>
              </a:ext>
            </a:extLst>
          </p:cNvPr>
          <p:cNvGraphicFramePr>
            <a:graphicFrameLocks noGrp="1"/>
          </p:cNvGraphicFramePr>
          <p:nvPr>
            <p:extLst>
              <p:ext uri="{D42A27DB-BD31-4B8C-83A1-F6EECF244321}">
                <p14:modId xmlns:p14="http://schemas.microsoft.com/office/powerpoint/2010/main" val="1692350897"/>
              </p:ext>
            </p:extLst>
          </p:nvPr>
        </p:nvGraphicFramePr>
        <p:xfrm>
          <a:off x="359999" y="1506261"/>
          <a:ext cx="5006658" cy="4991737"/>
        </p:xfrm>
        <a:graphic>
          <a:graphicData uri="http://schemas.openxmlformats.org/drawingml/2006/table">
            <a:tbl>
              <a:tblPr/>
              <a:tblGrid>
                <a:gridCol w="2503329">
                  <a:extLst>
                    <a:ext uri="{9D8B030D-6E8A-4147-A177-3AD203B41FA5}">
                      <a16:colId xmlns:a16="http://schemas.microsoft.com/office/drawing/2014/main" val="1797263825"/>
                    </a:ext>
                  </a:extLst>
                </a:gridCol>
                <a:gridCol w="2503329">
                  <a:extLst>
                    <a:ext uri="{9D8B030D-6E8A-4147-A177-3AD203B41FA5}">
                      <a16:colId xmlns:a16="http://schemas.microsoft.com/office/drawing/2014/main" val="4089649546"/>
                    </a:ext>
                  </a:extLst>
                </a:gridCol>
              </a:tblGrid>
              <a:tr h="997533">
                <a:tc>
                  <a:txBody>
                    <a:bodyPr/>
                    <a:lstStyle/>
                    <a:p>
                      <a:pPr algn="l" fontAlgn="base">
                        <a:lnSpc>
                          <a:spcPts val="1425"/>
                        </a:lnSpc>
                        <a:buNone/>
                      </a:pPr>
                      <a:r>
                        <a:rPr lang="en-US" sz="1800" b="1" i="0" u="none" strike="noStrike" dirty="0">
                          <a:solidFill>
                            <a:srgbClr val="FFFFFF"/>
                          </a:solidFill>
                          <a:effectLst/>
                          <a:latin typeface="Arial" panose="020B0604020202020204" pitchFamily="34" charset="0"/>
                        </a:rPr>
                        <a:t>End-user</a:t>
                      </a:r>
                      <a:r>
                        <a:rPr lang="en-US" sz="1800" b="1" i="0" dirty="0">
                          <a:solidFill>
                            <a:srgbClr val="FFFFFF"/>
                          </a:solidFill>
                          <a:effectLst/>
                          <a:latin typeface="Arial" panose="020B0604020202020204" pitchFamily="34" charset="0"/>
                        </a:rPr>
                        <a:t>​</a:t>
                      </a:r>
                      <a:endParaRPr lang="en-US" sz="1800" b="1" i="0" dirty="0">
                        <a:solidFill>
                          <a:srgbClr val="FFFFFF"/>
                        </a:solidFill>
                        <a:effectLst/>
                      </a:endParaRP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32C4F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tc>
                  <a:txBody>
                    <a:bodyPr/>
                    <a:lstStyle/>
                    <a:p>
                      <a:pPr algn="l" fontAlgn="base">
                        <a:lnSpc>
                          <a:spcPts val="1425"/>
                        </a:lnSpc>
                        <a:buNone/>
                      </a:pPr>
                      <a:r>
                        <a:rPr lang="en-US" sz="1800" b="0" i="0" u="none" strike="noStrike" dirty="0">
                          <a:solidFill>
                            <a:srgbClr val="000000"/>
                          </a:solidFill>
                          <a:effectLst/>
                          <a:latin typeface="Arial" panose="020B0604020202020204" pitchFamily="34" charset="0"/>
                        </a:rPr>
                        <a:t>Lorem Ipsum</a:t>
                      </a:r>
                      <a:r>
                        <a:rPr lang="en-US" sz="1800" b="1" i="0" dirty="0">
                          <a:solidFill>
                            <a:srgbClr val="FFFFFF"/>
                          </a:solidFill>
                          <a:effectLst/>
                          <a:latin typeface="Arial" panose="020B0604020202020204" pitchFamily="34" charset="0"/>
                        </a:rPr>
                        <a:t>​</a:t>
                      </a:r>
                      <a:endParaRPr lang="en-US" sz="1800" b="1" i="0" dirty="0">
                        <a:solidFill>
                          <a:srgbClr val="FFFFFF"/>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2700" cap="flat" cmpd="sng" algn="ctr">
                      <a:solidFill>
                        <a:srgbClr val="32C4F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extLst>
                  <a:ext uri="{0D108BD9-81ED-4DB2-BD59-A6C34878D82A}">
                    <a16:rowId xmlns:a16="http://schemas.microsoft.com/office/drawing/2014/main" val="484696175"/>
                  </a:ext>
                </a:extLst>
              </a:tr>
              <a:tr h="997533">
                <a:tc>
                  <a:txBody>
                    <a:bodyPr/>
                    <a:lstStyle/>
                    <a:p>
                      <a:pPr algn="l" fontAlgn="base">
                        <a:lnSpc>
                          <a:spcPts val="1425"/>
                        </a:lnSpc>
                        <a:buNone/>
                      </a:pPr>
                      <a:r>
                        <a:rPr lang="en-US" sz="1800" b="1" i="0" u="none" strike="noStrike" dirty="0">
                          <a:solidFill>
                            <a:srgbClr val="FFFFFF"/>
                          </a:solidFill>
                          <a:effectLst/>
                          <a:latin typeface="Arial" panose="020B0604020202020204" pitchFamily="34" charset="0"/>
                        </a:rPr>
                        <a:t>User department</a:t>
                      </a:r>
                      <a:r>
                        <a:rPr lang="en-US" sz="1800" b="0" i="0" dirty="0">
                          <a:solidFill>
                            <a:srgbClr val="000000"/>
                          </a:solidFill>
                          <a:effectLst/>
                          <a:latin typeface="Arial" panose="020B0604020202020204" pitchFamily="34" charset="0"/>
                        </a:rPr>
                        <a:t>​</a:t>
                      </a:r>
                      <a:endParaRPr lang="en-US" sz="1800" b="0" i="0" dirty="0">
                        <a:solidFill>
                          <a:srgbClr val="000000"/>
                        </a:solidFill>
                        <a:effectLst/>
                      </a:endParaRP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tc>
                  <a:txBody>
                    <a:bodyPr/>
                    <a:lstStyle/>
                    <a:p>
                      <a:pPr algn="l" fontAlgn="base">
                        <a:lnSpc>
                          <a:spcPts val="1425"/>
                        </a:lnSpc>
                        <a:buNone/>
                      </a:pPr>
                      <a:r>
                        <a:rPr lang="en-US" sz="1800" b="0" i="0" u="none" strike="noStrike" dirty="0">
                          <a:solidFill>
                            <a:srgbClr val="000000"/>
                          </a:solidFill>
                          <a:effectLst/>
                          <a:latin typeface="Arial" panose="020B0604020202020204" pitchFamily="34" charset="0"/>
                        </a:rPr>
                        <a:t>Lorem Ipsum</a:t>
                      </a:r>
                      <a:r>
                        <a:rPr lang="en-US" sz="1800" b="0" i="0" dirty="0">
                          <a:solidFill>
                            <a:srgbClr val="000000"/>
                          </a:solidFill>
                          <a:effectLst/>
                          <a:latin typeface="Arial" panose="020B0604020202020204" pitchFamily="34" charset="0"/>
                        </a:rPr>
                        <a:t>​</a:t>
                      </a:r>
                      <a:endParaRPr lang="en-US" sz="1800" b="0" i="0" dirty="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extLst>
                  <a:ext uri="{0D108BD9-81ED-4DB2-BD59-A6C34878D82A}">
                    <a16:rowId xmlns:a16="http://schemas.microsoft.com/office/drawing/2014/main" val="1025955541"/>
                  </a:ext>
                </a:extLst>
              </a:tr>
              <a:tr h="997533">
                <a:tc>
                  <a:txBody>
                    <a:bodyPr/>
                    <a:lstStyle/>
                    <a:p>
                      <a:pPr algn="l" fontAlgn="base">
                        <a:lnSpc>
                          <a:spcPts val="1425"/>
                        </a:lnSpc>
                        <a:buNone/>
                      </a:pPr>
                      <a:r>
                        <a:rPr lang="en-US" sz="1800" b="1" i="0" u="none" strike="noStrike">
                          <a:solidFill>
                            <a:srgbClr val="FFFFFF"/>
                          </a:solidFill>
                          <a:effectLst/>
                          <a:latin typeface="Arial" panose="020B0604020202020204" pitchFamily="34" charset="0"/>
                        </a:rPr>
                        <a:t>Industries</a:t>
                      </a:r>
                      <a:r>
                        <a:rPr lang="en-US" sz="1800" b="0" i="0">
                          <a:solidFill>
                            <a:srgbClr val="000000"/>
                          </a:solidFill>
                          <a:effectLst/>
                          <a:latin typeface="Arial" panose="020B0604020202020204" pitchFamily="34" charset="0"/>
                        </a:rPr>
                        <a:t>​</a:t>
                      </a:r>
                      <a:endParaRPr lang="en-US" sz="1800" b="0" i="0">
                        <a:solidFill>
                          <a:srgbClr val="000000"/>
                        </a:solidFill>
                        <a:effectLst/>
                      </a:endParaRP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tc>
                  <a:txBody>
                    <a:bodyPr/>
                    <a:lstStyle/>
                    <a:p>
                      <a:pPr algn="l" fontAlgn="base">
                        <a:lnSpc>
                          <a:spcPts val="1425"/>
                        </a:lnSpc>
                        <a:buNone/>
                      </a:pPr>
                      <a:r>
                        <a:rPr lang="en-US" sz="1800" b="0" i="0" u="none" strike="noStrike" dirty="0">
                          <a:solidFill>
                            <a:srgbClr val="000000"/>
                          </a:solidFill>
                          <a:effectLst/>
                          <a:latin typeface="Arial" panose="020B0604020202020204" pitchFamily="34" charset="0"/>
                        </a:rPr>
                        <a:t>Lorem Ipsum</a:t>
                      </a:r>
                      <a:r>
                        <a:rPr lang="en-US" sz="1800" b="0" i="0" dirty="0">
                          <a:solidFill>
                            <a:srgbClr val="000000"/>
                          </a:solidFill>
                          <a:effectLst/>
                          <a:latin typeface="Arial" panose="020B0604020202020204" pitchFamily="34" charset="0"/>
                        </a:rPr>
                        <a:t>​</a:t>
                      </a:r>
                      <a:endParaRPr lang="en-US" sz="1800" b="0" i="0" dirty="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extLst>
                  <a:ext uri="{0D108BD9-81ED-4DB2-BD59-A6C34878D82A}">
                    <a16:rowId xmlns:a16="http://schemas.microsoft.com/office/drawing/2014/main" val="3613447538"/>
                  </a:ext>
                </a:extLst>
              </a:tr>
              <a:tr h="997533">
                <a:tc>
                  <a:txBody>
                    <a:bodyPr/>
                    <a:lstStyle/>
                    <a:p>
                      <a:pPr algn="l" fontAlgn="base">
                        <a:lnSpc>
                          <a:spcPts val="1425"/>
                        </a:lnSpc>
                        <a:buNone/>
                      </a:pPr>
                      <a:r>
                        <a:rPr lang="en-US" sz="1800" b="1" i="0" u="none" strike="noStrike" dirty="0">
                          <a:solidFill>
                            <a:srgbClr val="FFFFFF"/>
                          </a:solidFill>
                          <a:effectLst/>
                          <a:latin typeface="Arial" panose="020B0604020202020204" pitchFamily="34" charset="0"/>
                        </a:rPr>
                        <a:t>UiPath products used</a:t>
                      </a:r>
                      <a:r>
                        <a:rPr lang="en-US" sz="1800" b="0" i="0" dirty="0">
                          <a:solidFill>
                            <a:srgbClr val="000000"/>
                          </a:solidFill>
                          <a:effectLst/>
                          <a:latin typeface="Arial" panose="020B0604020202020204" pitchFamily="34" charset="0"/>
                        </a:rPr>
                        <a:t>​</a:t>
                      </a:r>
                      <a:endParaRPr lang="en-US" sz="1800" b="0" i="0" dirty="0">
                        <a:solidFill>
                          <a:srgbClr val="000000"/>
                        </a:solidFill>
                        <a:effectLst/>
                      </a:endParaRP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tc>
                  <a:txBody>
                    <a:bodyPr/>
                    <a:lstStyle/>
                    <a:p>
                      <a:pPr algn="l" fontAlgn="base">
                        <a:lnSpc>
                          <a:spcPts val="1425"/>
                        </a:lnSpc>
                        <a:buNone/>
                      </a:pPr>
                      <a:r>
                        <a:rPr lang="en-US" sz="1800" b="0" i="0" u="none" strike="noStrike">
                          <a:solidFill>
                            <a:srgbClr val="000000"/>
                          </a:solidFill>
                          <a:effectLst/>
                          <a:latin typeface="Arial" panose="020B0604020202020204" pitchFamily="34" charset="0"/>
                        </a:rPr>
                        <a:t>Lorem Ipsum</a:t>
                      </a:r>
                      <a:r>
                        <a:rPr lang="en-US" sz="1800" b="0" i="0">
                          <a:solidFill>
                            <a:srgbClr val="000000"/>
                          </a:solidFill>
                          <a:effectLst/>
                          <a:latin typeface="Arial" panose="020B0604020202020204" pitchFamily="34" charset="0"/>
                        </a:rPr>
                        <a:t>​</a:t>
                      </a:r>
                      <a:endParaRPr lang="en-US" sz="1800" b="0" i="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extLst>
                  <a:ext uri="{0D108BD9-81ED-4DB2-BD59-A6C34878D82A}">
                    <a16:rowId xmlns:a16="http://schemas.microsoft.com/office/drawing/2014/main" val="1221151595"/>
                  </a:ext>
                </a:extLst>
              </a:tr>
              <a:tr h="1001605">
                <a:tc>
                  <a:txBody>
                    <a:bodyPr/>
                    <a:lstStyle/>
                    <a:p>
                      <a:pPr algn="l" fontAlgn="base">
                        <a:lnSpc>
                          <a:spcPts val="1425"/>
                        </a:lnSpc>
                        <a:buNone/>
                      </a:pPr>
                      <a:r>
                        <a:rPr lang="en-US" sz="1800" b="1" i="0" u="none" strike="noStrike" dirty="0">
                          <a:solidFill>
                            <a:srgbClr val="FFFFFF"/>
                          </a:solidFill>
                          <a:effectLst/>
                          <a:latin typeface="Arial" panose="020B0604020202020204" pitchFamily="34" charset="0"/>
                        </a:rPr>
                        <a:t>Other - integrations / APIs / technologies used</a:t>
                      </a:r>
                      <a:r>
                        <a:rPr lang="en-US" sz="1800" b="0" i="0" dirty="0">
                          <a:solidFill>
                            <a:srgbClr val="000000"/>
                          </a:solidFill>
                          <a:effectLst/>
                          <a:latin typeface="Arial" panose="020B0604020202020204" pitchFamily="34" charset="0"/>
                        </a:rPr>
                        <a:t>​</a:t>
                      </a:r>
                      <a:endParaRPr lang="en-US" sz="1800" b="0" i="0" dirty="0">
                        <a:solidFill>
                          <a:srgbClr val="000000"/>
                        </a:solidFill>
                        <a:effectLst/>
                      </a:endParaRP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9387" cap="flat" cmpd="sng" algn="ctr">
                      <a:solidFill>
                        <a:srgbClr val="DFE3E3"/>
                      </a:solidFill>
                      <a:prstDash val="solid"/>
                      <a:round/>
                      <a:headEnd type="none" w="med" len="med"/>
                      <a:tailEnd type="none" w="med" len="med"/>
                    </a:lnT>
                    <a:lnB w="12700" cap="flat" cmpd="sng" algn="ctr">
                      <a:solidFill>
                        <a:srgbClr val="32C4F3"/>
                      </a:solidFill>
                      <a:prstDash val="solid"/>
                      <a:round/>
                      <a:headEnd type="none" w="med" len="med"/>
                      <a:tailEnd type="none" w="med" len="med"/>
                    </a:lnB>
                    <a:solidFill>
                      <a:srgbClr val="0BA2B3"/>
                    </a:solidFill>
                  </a:tcPr>
                </a:tc>
                <a:tc>
                  <a:txBody>
                    <a:bodyPr/>
                    <a:lstStyle/>
                    <a:p>
                      <a:pPr algn="l" fontAlgn="base">
                        <a:lnSpc>
                          <a:spcPts val="1425"/>
                        </a:lnSpc>
                        <a:buNone/>
                      </a:pPr>
                      <a:r>
                        <a:rPr lang="en-US" sz="1800" b="0" i="0" u="none" strike="noStrike" dirty="0">
                          <a:solidFill>
                            <a:srgbClr val="000000"/>
                          </a:solidFill>
                          <a:effectLst/>
                          <a:latin typeface="Arial" panose="020B0604020202020204" pitchFamily="34" charset="0"/>
                        </a:rPr>
                        <a:t>Lorem Ipsum</a:t>
                      </a:r>
                      <a:r>
                        <a:rPr lang="en-US" sz="1800" b="0" i="0" dirty="0">
                          <a:solidFill>
                            <a:srgbClr val="000000"/>
                          </a:solidFill>
                          <a:effectLst/>
                          <a:latin typeface="Arial" panose="020B0604020202020204" pitchFamily="34" charset="0"/>
                        </a:rPr>
                        <a:t>​</a:t>
                      </a:r>
                      <a:endParaRPr lang="en-US" sz="1800" b="0" i="0" dirty="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9387" cap="flat" cmpd="sng" algn="ctr">
                      <a:solidFill>
                        <a:srgbClr val="DFE3E3"/>
                      </a:solidFill>
                      <a:prstDash val="solid"/>
                      <a:round/>
                      <a:headEnd type="none" w="med" len="med"/>
                      <a:tailEnd type="none" w="med" len="med"/>
                    </a:lnT>
                    <a:lnB w="12700" cap="flat" cmpd="sng" algn="ctr">
                      <a:solidFill>
                        <a:srgbClr val="32C4F3"/>
                      </a:solidFill>
                      <a:prstDash val="solid"/>
                      <a:round/>
                      <a:headEnd type="none" w="med" len="med"/>
                      <a:tailEnd type="none" w="med" len="med"/>
                    </a:lnB>
                    <a:solidFill>
                      <a:srgbClr val="0BA2B3"/>
                    </a:solidFill>
                  </a:tcPr>
                </a:tc>
                <a:extLst>
                  <a:ext uri="{0D108BD9-81ED-4DB2-BD59-A6C34878D82A}">
                    <a16:rowId xmlns:a16="http://schemas.microsoft.com/office/drawing/2014/main" val="1265993834"/>
                  </a:ext>
                </a:extLst>
              </a:tr>
            </a:tbl>
          </a:graphicData>
        </a:graphic>
      </p:graphicFrame>
      <p:sp>
        <p:nvSpPr>
          <p:cNvPr id="5" name="Rectangle 1">
            <a:extLst>
              <a:ext uri="{FF2B5EF4-FFF2-40B4-BE49-F238E27FC236}">
                <a16:creationId xmlns:a16="http://schemas.microsoft.com/office/drawing/2014/main" id="{FDDB8F6C-6FD2-1712-F7ED-DE2D595FD1C3}"/>
              </a:ext>
            </a:extLst>
          </p:cNvPr>
          <p:cNvSpPr>
            <a:spLocks noChangeArrowheads="1"/>
          </p:cNvSpPr>
          <p:nvPr/>
        </p:nvSpPr>
        <p:spPr bwMode="auto">
          <a:xfrm>
            <a:off x="359999" y="859929"/>
            <a:ext cx="103983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a:spcBef>
                <a:spcPct val="0"/>
              </a:spcBef>
              <a:spcAft>
                <a:spcPct val="0"/>
              </a:spcAft>
              <a:defRPr>
                <a:solidFill>
                  <a:schemeClr val="tx1"/>
                </a:solidFill>
                <a:latin typeface="Arial" panose="020B0604020202020204" pitchFamily="34" charset="0"/>
              </a:defRPr>
            </a:lvl1pPr>
            <a:lvl2pPr marL="457200" eaLnBrk="0" fontAlgn="base">
              <a:spcBef>
                <a:spcPct val="0"/>
              </a:spcBef>
              <a:spcAft>
                <a:spcPct val="0"/>
              </a:spcAft>
              <a:defRPr>
                <a:solidFill>
                  <a:schemeClr val="tx1"/>
                </a:solidFill>
                <a:latin typeface="Arial" panose="020B0604020202020204" pitchFamily="34" charset="0"/>
              </a:defRPr>
            </a:lvl2pPr>
            <a:lvl3pPr marL="914400" eaLnBrk="0" fontAlgn="base">
              <a:spcBef>
                <a:spcPct val="0"/>
              </a:spcBef>
              <a:spcAft>
                <a:spcPct val="0"/>
              </a:spcAft>
              <a:defRPr>
                <a:solidFill>
                  <a:schemeClr val="tx1"/>
                </a:solidFill>
                <a:latin typeface="Arial" panose="020B0604020202020204" pitchFamily="34" charset="0"/>
              </a:defRPr>
            </a:lvl3pPr>
            <a:lvl4pPr marL="1371600" eaLnBrk="0" fontAlgn="base">
              <a:spcBef>
                <a:spcPct val="0"/>
              </a:spcBef>
              <a:spcAft>
                <a:spcPct val="0"/>
              </a:spcAft>
              <a:defRPr>
                <a:solidFill>
                  <a:schemeClr val="tx1"/>
                </a:solidFill>
                <a:latin typeface="Arial" panose="020B0604020202020204" pitchFamily="34" charset="0"/>
              </a:defRPr>
            </a:lvl4pPr>
            <a:lvl5pPr marL="1828800" eaLnBrk="0" fontAlgn="base">
              <a:spcBef>
                <a:spcPct val="0"/>
              </a:spcBef>
              <a:spcAft>
                <a:spcPct val="0"/>
              </a:spcAft>
              <a:defRPr>
                <a:solidFill>
                  <a:schemeClr val="tx1"/>
                </a:solidFill>
                <a:latin typeface="Arial" panose="020B0604020202020204" pitchFamily="34" charset="0"/>
              </a:defRPr>
            </a:lvl5pPr>
            <a:lvl6pPr marL="2286000" eaLnBrk="0" fontAlgn="base">
              <a:spcBef>
                <a:spcPct val="0"/>
              </a:spcBef>
              <a:spcAft>
                <a:spcPct val="0"/>
              </a:spcAft>
              <a:defRPr>
                <a:solidFill>
                  <a:schemeClr val="tx1"/>
                </a:solidFill>
                <a:latin typeface="Arial" panose="020B0604020202020204" pitchFamily="34" charset="0"/>
              </a:defRPr>
            </a:lvl6pPr>
            <a:lvl7pPr marL="2743200" eaLnBrk="0" fontAlgn="base">
              <a:spcBef>
                <a:spcPct val="0"/>
              </a:spcBef>
              <a:spcAft>
                <a:spcPct val="0"/>
              </a:spcAft>
              <a:defRPr>
                <a:solidFill>
                  <a:schemeClr val="tx1"/>
                </a:solidFill>
                <a:latin typeface="Arial" panose="020B0604020202020204" pitchFamily="34" charset="0"/>
              </a:defRPr>
            </a:lvl7pPr>
            <a:lvl8pPr marL="3200400" eaLnBrk="0" fontAlgn="base">
              <a:spcBef>
                <a:spcPct val="0"/>
              </a:spcBef>
              <a:spcAft>
                <a:spcPct val="0"/>
              </a:spcAft>
              <a:defRPr>
                <a:solidFill>
                  <a:schemeClr val="tx1"/>
                </a:solidFill>
                <a:latin typeface="Arial" panose="020B0604020202020204" pitchFamily="34" charset="0"/>
              </a:defRPr>
            </a:lvl8pPr>
            <a:lvl9pPr marL="3657600"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 Placeholder 25">
            <a:extLst>
              <a:ext uri="{FF2B5EF4-FFF2-40B4-BE49-F238E27FC236}">
                <a16:creationId xmlns:a16="http://schemas.microsoft.com/office/drawing/2014/main" id="{529D93D7-AC19-31FD-0A31-FCBFBA9AFD4D}"/>
              </a:ext>
            </a:extLst>
          </p:cNvPr>
          <p:cNvSpPr>
            <a:spLocks noGrp="1"/>
          </p:cNvSpPr>
          <p:nvPr/>
        </p:nvSpPr>
        <p:spPr>
          <a:xfrm>
            <a:off x="6422266" y="770263"/>
            <a:ext cx="5497831" cy="489737"/>
          </a:xfrm>
          <a:prstGeom prst="rect">
            <a:avLst/>
          </a:prstGeom>
        </p:spPr>
        <p:txBody>
          <a:bodyPr vert="horz" lIns="0" tIns="0" rIns="0" bIns="0" rtlCol="0" anchor="b" anchorCtr="0">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Benefits, impact and outcomes</a:t>
            </a:r>
          </a:p>
        </p:txBody>
      </p:sp>
      <p:sp>
        <p:nvSpPr>
          <p:cNvPr id="7" name="Content Placeholder 32">
            <a:extLst>
              <a:ext uri="{FF2B5EF4-FFF2-40B4-BE49-F238E27FC236}">
                <a16:creationId xmlns:a16="http://schemas.microsoft.com/office/drawing/2014/main" id="{AFAA334A-A9E5-9A6B-D433-4770703EF4AD}"/>
              </a:ext>
            </a:extLst>
          </p:cNvPr>
          <p:cNvSpPr txBox="1">
            <a:spLocks/>
          </p:cNvSpPr>
          <p:nvPr/>
        </p:nvSpPr>
        <p:spPr>
          <a:xfrm>
            <a:off x="6318751" y="1506260"/>
            <a:ext cx="5500550" cy="4426764"/>
          </a:xfrm>
          <a:prstGeom prst="rect">
            <a:avLst/>
          </a:prstGeom>
        </p:spPr>
        <p:txBody>
          <a:bodyPr/>
          <a:lstStyle>
            <a:defPPr>
              <a:defRPr lang="en-US"/>
            </a:defPPr>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a:buFont typeface="Arial" panose="020B0604020202020204" pitchFamily="34" charset="0"/>
              <a:buChar char="•"/>
            </a:pPr>
            <a:r>
              <a:rPr lang="en-US" sz="1800" b="0" dirty="0">
                <a:solidFill>
                  <a:schemeClr val="bg1"/>
                </a:solidFill>
              </a:rPr>
              <a:t>What does this agent actually achieve?</a:t>
            </a:r>
          </a:p>
          <a:p>
            <a:pPr marL="285750" indent="-285750">
              <a:buFont typeface="Arial" panose="020B0604020202020204" pitchFamily="34" charset="0"/>
              <a:buChar char="•"/>
            </a:pPr>
            <a:r>
              <a:rPr lang="en-US" sz="1800" b="0" dirty="0">
                <a:solidFill>
                  <a:schemeClr val="bg1"/>
                </a:solidFill>
              </a:rPr>
              <a:t>Time saved, steps automated, user pain reduced, etc.</a:t>
            </a:r>
          </a:p>
        </p:txBody>
      </p:sp>
      <p:sp>
        <p:nvSpPr>
          <p:cNvPr id="8" name="Text Placeholder 25">
            <a:extLst>
              <a:ext uri="{FF2B5EF4-FFF2-40B4-BE49-F238E27FC236}">
                <a16:creationId xmlns:a16="http://schemas.microsoft.com/office/drawing/2014/main" id="{41C52358-4F5E-423D-E7FA-F4BB97C68355}"/>
              </a:ext>
            </a:extLst>
          </p:cNvPr>
          <p:cNvSpPr>
            <a:spLocks noGrp="1"/>
          </p:cNvSpPr>
          <p:nvPr/>
        </p:nvSpPr>
        <p:spPr>
          <a:xfrm>
            <a:off x="359999" y="810000"/>
            <a:ext cx="5497831" cy="489737"/>
          </a:xfrm>
          <a:prstGeom prst="rect">
            <a:avLst/>
          </a:prstGeom>
        </p:spPr>
        <p:txBody>
          <a:bodyPr vert="horz" lIns="0" tIns="0" rIns="0" bIns="0" rtlCol="0" anchor="b" anchorCtr="0">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Details</a:t>
            </a:r>
          </a:p>
        </p:txBody>
      </p:sp>
    </p:spTree>
    <p:extLst>
      <p:ext uri="{BB962C8B-B14F-4D97-AF65-F5344CB8AC3E}">
        <p14:creationId xmlns:p14="http://schemas.microsoft.com/office/powerpoint/2010/main" val="92073182"/>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C5ABE-B1E7-E0F4-F9C1-1C0EF8D99D9D}"/>
            </a:ext>
          </a:extLst>
        </p:cNvPr>
        <p:cNvGrpSpPr/>
        <p:nvPr/>
      </p:nvGrpSpPr>
      <p:grpSpPr>
        <a:xfrm>
          <a:off x="0" y="0"/>
          <a:ext cx="0" cy="0"/>
          <a:chOff x="0" y="0"/>
          <a:chExt cx="0" cy="0"/>
        </a:xfrm>
      </p:grpSpPr>
      <p:sp>
        <p:nvSpPr>
          <p:cNvPr id="3" name="Slide Number">
            <a:extLst>
              <a:ext uri="{FF2B5EF4-FFF2-40B4-BE49-F238E27FC236}">
                <a16:creationId xmlns:a16="http://schemas.microsoft.com/office/drawing/2014/main" id="{769EFCAF-5C74-EB05-21F5-2D2BC2E0EABB}"/>
              </a:ext>
            </a:extLst>
          </p:cNvPr>
          <p:cNvSpPr txBox="1">
            <a:spLocks noGrp="1"/>
          </p:cNvSpPr>
          <p:nvPr>
            <p:ph type="sldNum" sz="quarter" idx="10"/>
          </p:nvPr>
        </p:nvSpPr>
        <p:spPr>
          <a:xfrm>
            <a:off x="11574470" y="6480000"/>
            <a:ext cx="157094" cy="15388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5</a:t>
            </a:fld>
            <a:endParaRPr/>
          </a:p>
        </p:txBody>
      </p:sp>
      <p:sp>
        <p:nvSpPr>
          <p:cNvPr id="5" name="Rectangle 1">
            <a:extLst>
              <a:ext uri="{FF2B5EF4-FFF2-40B4-BE49-F238E27FC236}">
                <a16:creationId xmlns:a16="http://schemas.microsoft.com/office/drawing/2014/main" id="{D988C2DD-493B-5D96-F19B-E505FAFF2D0F}"/>
              </a:ext>
            </a:extLst>
          </p:cNvPr>
          <p:cNvSpPr>
            <a:spLocks noChangeArrowheads="1"/>
          </p:cNvSpPr>
          <p:nvPr/>
        </p:nvSpPr>
        <p:spPr bwMode="auto">
          <a:xfrm>
            <a:off x="359999" y="859929"/>
            <a:ext cx="103983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a:spcBef>
                <a:spcPct val="0"/>
              </a:spcBef>
              <a:spcAft>
                <a:spcPct val="0"/>
              </a:spcAft>
              <a:defRPr>
                <a:solidFill>
                  <a:schemeClr val="tx1"/>
                </a:solidFill>
                <a:latin typeface="Arial" panose="020B0604020202020204" pitchFamily="34" charset="0"/>
              </a:defRPr>
            </a:lvl1pPr>
            <a:lvl2pPr marL="457200" eaLnBrk="0" fontAlgn="base">
              <a:spcBef>
                <a:spcPct val="0"/>
              </a:spcBef>
              <a:spcAft>
                <a:spcPct val="0"/>
              </a:spcAft>
              <a:defRPr>
                <a:solidFill>
                  <a:schemeClr val="tx1"/>
                </a:solidFill>
                <a:latin typeface="Arial" panose="020B0604020202020204" pitchFamily="34" charset="0"/>
              </a:defRPr>
            </a:lvl2pPr>
            <a:lvl3pPr marL="914400" eaLnBrk="0" fontAlgn="base">
              <a:spcBef>
                <a:spcPct val="0"/>
              </a:spcBef>
              <a:spcAft>
                <a:spcPct val="0"/>
              </a:spcAft>
              <a:defRPr>
                <a:solidFill>
                  <a:schemeClr val="tx1"/>
                </a:solidFill>
                <a:latin typeface="Arial" panose="020B0604020202020204" pitchFamily="34" charset="0"/>
              </a:defRPr>
            </a:lvl3pPr>
            <a:lvl4pPr marL="1371600" eaLnBrk="0" fontAlgn="base">
              <a:spcBef>
                <a:spcPct val="0"/>
              </a:spcBef>
              <a:spcAft>
                <a:spcPct val="0"/>
              </a:spcAft>
              <a:defRPr>
                <a:solidFill>
                  <a:schemeClr val="tx1"/>
                </a:solidFill>
                <a:latin typeface="Arial" panose="020B0604020202020204" pitchFamily="34" charset="0"/>
              </a:defRPr>
            </a:lvl4pPr>
            <a:lvl5pPr marL="1828800" eaLnBrk="0" fontAlgn="base">
              <a:spcBef>
                <a:spcPct val="0"/>
              </a:spcBef>
              <a:spcAft>
                <a:spcPct val="0"/>
              </a:spcAft>
              <a:defRPr>
                <a:solidFill>
                  <a:schemeClr val="tx1"/>
                </a:solidFill>
                <a:latin typeface="Arial" panose="020B0604020202020204" pitchFamily="34" charset="0"/>
              </a:defRPr>
            </a:lvl5pPr>
            <a:lvl6pPr marL="2286000" eaLnBrk="0" fontAlgn="base">
              <a:spcBef>
                <a:spcPct val="0"/>
              </a:spcBef>
              <a:spcAft>
                <a:spcPct val="0"/>
              </a:spcAft>
              <a:defRPr>
                <a:solidFill>
                  <a:schemeClr val="tx1"/>
                </a:solidFill>
                <a:latin typeface="Arial" panose="020B0604020202020204" pitchFamily="34" charset="0"/>
              </a:defRPr>
            </a:lvl6pPr>
            <a:lvl7pPr marL="2743200" eaLnBrk="0" fontAlgn="base">
              <a:spcBef>
                <a:spcPct val="0"/>
              </a:spcBef>
              <a:spcAft>
                <a:spcPct val="0"/>
              </a:spcAft>
              <a:defRPr>
                <a:solidFill>
                  <a:schemeClr val="tx1"/>
                </a:solidFill>
                <a:latin typeface="Arial" panose="020B0604020202020204" pitchFamily="34" charset="0"/>
              </a:defRPr>
            </a:lvl7pPr>
            <a:lvl8pPr marL="3200400" eaLnBrk="0" fontAlgn="base">
              <a:spcBef>
                <a:spcPct val="0"/>
              </a:spcBef>
              <a:spcAft>
                <a:spcPct val="0"/>
              </a:spcAft>
              <a:defRPr>
                <a:solidFill>
                  <a:schemeClr val="tx1"/>
                </a:solidFill>
                <a:latin typeface="Arial" panose="020B0604020202020204" pitchFamily="34" charset="0"/>
              </a:defRPr>
            </a:lvl8pPr>
            <a:lvl9pPr marL="3657600"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itle 2">
            <a:extLst>
              <a:ext uri="{FF2B5EF4-FFF2-40B4-BE49-F238E27FC236}">
                <a16:creationId xmlns:a16="http://schemas.microsoft.com/office/drawing/2014/main" id="{E33809C1-421A-FEE4-C2CB-3DA05EF49DDB}"/>
              </a:ext>
            </a:extLst>
          </p:cNvPr>
          <p:cNvSpPr txBox="1">
            <a:spLocks/>
          </p:cNvSpPr>
          <p:nvPr/>
        </p:nvSpPr>
        <p:spPr>
          <a:xfrm>
            <a:off x="359999" y="360000"/>
            <a:ext cx="9000000" cy="900000"/>
          </a:xfrm>
          <a:prstGeom prst="rect">
            <a:avLst/>
          </a:prstGeom>
        </p:spPr>
        <p:txBody>
          <a:bodyPr/>
          <a:lst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a:lstStyle>
          <a:p>
            <a:r>
              <a:rPr lang="en-GB"/>
              <a:t>Solution architecture</a:t>
            </a:r>
            <a:endParaRPr lang="en-MT" dirty="0"/>
          </a:p>
        </p:txBody>
      </p:sp>
      <p:sp>
        <p:nvSpPr>
          <p:cNvPr id="4" name="Content Placeholder 32">
            <a:extLst>
              <a:ext uri="{FF2B5EF4-FFF2-40B4-BE49-F238E27FC236}">
                <a16:creationId xmlns:a16="http://schemas.microsoft.com/office/drawing/2014/main" id="{03A6AAA2-CFF2-6048-0FF5-456004E6B92D}"/>
              </a:ext>
            </a:extLst>
          </p:cNvPr>
          <p:cNvSpPr txBox="1">
            <a:spLocks/>
          </p:cNvSpPr>
          <p:nvPr/>
        </p:nvSpPr>
        <p:spPr>
          <a:xfrm>
            <a:off x="359999" y="1506260"/>
            <a:ext cx="11459302" cy="4426764"/>
          </a:xfrm>
          <a:prstGeom prst="rect">
            <a:avLst/>
          </a:prstGeom>
        </p:spPr>
        <p:txBody>
          <a:bodyPr/>
          <a:lstStyle>
            <a:defPPr>
              <a:defRPr lang="en-US"/>
            </a:defPPr>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800" b="0" dirty="0">
                <a:solidFill>
                  <a:schemeClr val="bg1"/>
                </a:solidFill>
              </a:rPr>
              <a:t>This slide is optional, but you may want to show the jury your agentic architecture — including a visual representation of how your agents interact, trigger workflows, connect, and integrate with other systems.</a:t>
            </a:r>
            <a:br>
              <a:rPr lang="en-US" sz="1800" b="0" dirty="0">
                <a:solidFill>
                  <a:schemeClr val="bg1"/>
                </a:solidFill>
              </a:rPr>
            </a:br>
            <a:endParaRPr lang="en-US" sz="1800" b="0" dirty="0">
              <a:solidFill>
                <a:schemeClr val="bg1"/>
              </a:solidFill>
            </a:endParaRPr>
          </a:p>
        </p:txBody>
      </p:sp>
    </p:spTree>
    <p:extLst>
      <p:ext uri="{BB962C8B-B14F-4D97-AF65-F5344CB8AC3E}">
        <p14:creationId xmlns:p14="http://schemas.microsoft.com/office/powerpoint/2010/main" val="210372654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16939-4992-93D2-F302-D02CECF6C8D1}"/>
            </a:ext>
          </a:extLst>
        </p:cNvPr>
        <p:cNvGrpSpPr/>
        <p:nvPr/>
      </p:nvGrpSpPr>
      <p:grpSpPr>
        <a:xfrm>
          <a:off x="0" y="0"/>
          <a:ext cx="0" cy="0"/>
          <a:chOff x="0" y="0"/>
          <a:chExt cx="0" cy="0"/>
        </a:xfrm>
      </p:grpSpPr>
      <p:sp>
        <p:nvSpPr>
          <p:cNvPr id="3" name="Slide Number">
            <a:extLst>
              <a:ext uri="{FF2B5EF4-FFF2-40B4-BE49-F238E27FC236}">
                <a16:creationId xmlns:a16="http://schemas.microsoft.com/office/drawing/2014/main" id="{6C4E72B3-93AC-C753-7A84-C1CD66A5B0E1}"/>
              </a:ext>
            </a:extLst>
          </p:cNvPr>
          <p:cNvSpPr txBox="1">
            <a:spLocks noGrp="1"/>
          </p:cNvSpPr>
          <p:nvPr>
            <p:ph type="sldNum" sz="quarter" idx="10"/>
          </p:nvPr>
        </p:nvSpPr>
        <p:spPr>
          <a:xfrm>
            <a:off x="11574470" y="6480000"/>
            <a:ext cx="157094" cy="15388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6</a:t>
            </a:fld>
            <a:endParaRPr/>
          </a:p>
        </p:txBody>
      </p:sp>
      <p:sp>
        <p:nvSpPr>
          <p:cNvPr id="5" name="Rectangle 1">
            <a:extLst>
              <a:ext uri="{FF2B5EF4-FFF2-40B4-BE49-F238E27FC236}">
                <a16:creationId xmlns:a16="http://schemas.microsoft.com/office/drawing/2014/main" id="{01843E0A-2036-C699-04BE-44B828C31B55}"/>
              </a:ext>
            </a:extLst>
          </p:cNvPr>
          <p:cNvSpPr>
            <a:spLocks noChangeArrowheads="1"/>
          </p:cNvSpPr>
          <p:nvPr/>
        </p:nvSpPr>
        <p:spPr bwMode="auto">
          <a:xfrm>
            <a:off x="359999" y="859929"/>
            <a:ext cx="103983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a:spcBef>
                <a:spcPct val="0"/>
              </a:spcBef>
              <a:spcAft>
                <a:spcPct val="0"/>
              </a:spcAft>
              <a:defRPr>
                <a:solidFill>
                  <a:schemeClr val="tx1"/>
                </a:solidFill>
                <a:latin typeface="Arial" panose="020B0604020202020204" pitchFamily="34" charset="0"/>
              </a:defRPr>
            </a:lvl1pPr>
            <a:lvl2pPr marL="457200" eaLnBrk="0" fontAlgn="base">
              <a:spcBef>
                <a:spcPct val="0"/>
              </a:spcBef>
              <a:spcAft>
                <a:spcPct val="0"/>
              </a:spcAft>
              <a:defRPr>
                <a:solidFill>
                  <a:schemeClr val="tx1"/>
                </a:solidFill>
                <a:latin typeface="Arial" panose="020B0604020202020204" pitchFamily="34" charset="0"/>
              </a:defRPr>
            </a:lvl2pPr>
            <a:lvl3pPr marL="914400" eaLnBrk="0" fontAlgn="base">
              <a:spcBef>
                <a:spcPct val="0"/>
              </a:spcBef>
              <a:spcAft>
                <a:spcPct val="0"/>
              </a:spcAft>
              <a:defRPr>
                <a:solidFill>
                  <a:schemeClr val="tx1"/>
                </a:solidFill>
                <a:latin typeface="Arial" panose="020B0604020202020204" pitchFamily="34" charset="0"/>
              </a:defRPr>
            </a:lvl3pPr>
            <a:lvl4pPr marL="1371600" eaLnBrk="0" fontAlgn="base">
              <a:spcBef>
                <a:spcPct val="0"/>
              </a:spcBef>
              <a:spcAft>
                <a:spcPct val="0"/>
              </a:spcAft>
              <a:defRPr>
                <a:solidFill>
                  <a:schemeClr val="tx1"/>
                </a:solidFill>
                <a:latin typeface="Arial" panose="020B0604020202020204" pitchFamily="34" charset="0"/>
              </a:defRPr>
            </a:lvl4pPr>
            <a:lvl5pPr marL="1828800" eaLnBrk="0" fontAlgn="base">
              <a:spcBef>
                <a:spcPct val="0"/>
              </a:spcBef>
              <a:spcAft>
                <a:spcPct val="0"/>
              </a:spcAft>
              <a:defRPr>
                <a:solidFill>
                  <a:schemeClr val="tx1"/>
                </a:solidFill>
                <a:latin typeface="Arial" panose="020B0604020202020204" pitchFamily="34" charset="0"/>
              </a:defRPr>
            </a:lvl5pPr>
            <a:lvl6pPr marL="2286000" eaLnBrk="0" fontAlgn="base">
              <a:spcBef>
                <a:spcPct val="0"/>
              </a:spcBef>
              <a:spcAft>
                <a:spcPct val="0"/>
              </a:spcAft>
              <a:defRPr>
                <a:solidFill>
                  <a:schemeClr val="tx1"/>
                </a:solidFill>
                <a:latin typeface="Arial" panose="020B0604020202020204" pitchFamily="34" charset="0"/>
              </a:defRPr>
            </a:lvl6pPr>
            <a:lvl7pPr marL="2743200" eaLnBrk="0" fontAlgn="base">
              <a:spcBef>
                <a:spcPct val="0"/>
              </a:spcBef>
              <a:spcAft>
                <a:spcPct val="0"/>
              </a:spcAft>
              <a:defRPr>
                <a:solidFill>
                  <a:schemeClr val="tx1"/>
                </a:solidFill>
                <a:latin typeface="Arial" panose="020B0604020202020204" pitchFamily="34" charset="0"/>
              </a:defRPr>
            </a:lvl7pPr>
            <a:lvl8pPr marL="3200400" eaLnBrk="0" fontAlgn="base">
              <a:spcBef>
                <a:spcPct val="0"/>
              </a:spcBef>
              <a:spcAft>
                <a:spcPct val="0"/>
              </a:spcAft>
              <a:defRPr>
                <a:solidFill>
                  <a:schemeClr val="tx1"/>
                </a:solidFill>
                <a:latin typeface="Arial" panose="020B0604020202020204" pitchFamily="34" charset="0"/>
              </a:defRPr>
            </a:lvl8pPr>
            <a:lvl9pPr marL="3657600"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itle 2">
            <a:extLst>
              <a:ext uri="{FF2B5EF4-FFF2-40B4-BE49-F238E27FC236}">
                <a16:creationId xmlns:a16="http://schemas.microsoft.com/office/drawing/2014/main" id="{BEFB8217-129D-D95A-BB32-442DB9B98EF6}"/>
              </a:ext>
            </a:extLst>
          </p:cNvPr>
          <p:cNvSpPr txBox="1">
            <a:spLocks/>
          </p:cNvSpPr>
          <p:nvPr/>
        </p:nvSpPr>
        <p:spPr>
          <a:xfrm>
            <a:off x="359999" y="518044"/>
            <a:ext cx="9000000" cy="900000"/>
          </a:xfrm>
          <a:prstGeom prst="rect">
            <a:avLst/>
          </a:prstGeom>
        </p:spPr>
        <p:txBody>
          <a:bodyPr/>
          <a:lst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a:lstStyle>
          <a:p>
            <a:r>
              <a:rPr lang="en-GB" dirty="0"/>
              <a:t>Miscellaneous</a:t>
            </a:r>
            <a:endParaRPr lang="en-MT" dirty="0"/>
          </a:p>
        </p:txBody>
      </p:sp>
      <p:sp>
        <p:nvSpPr>
          <p:cNvPr id="6" name="Content Placeholder 32">
            <a:extLst>
              <a:ext uri="{FF2B5EF4-FFF2-40B4-BE49-F238E27FC236}">
                <a16:creationId xmlns:a16="http://schemas.microsoft.com/office/drawing/2014/main" id="{923C445F-3F02-3F28-536A-78F2019EEC9B}"/>
              </a:ext>
            </a:extLst>
          </p:cNvPr>
          <p:cNvSpPr txBox="1">
            <a:spLocks/>
          </p:cNvSpPr>
          <p:nvPr/>
        </p:nvSpPr>
        <p:spPr>
          <a:xfrm>
            <a:off x="359999" y="1506260"/>
            <a:ext cx="11459302" cy="4426764"/>
          </a:xfrm>
          <a:prstGeom prst="rect">
            <a:avLst/>
          </a:prstGeom>
        </p:spPr>
        <p:txBody>
          <a:bodyPr/>
          <a:lstStyle>
            <a:defPPr>
              <a:defRPr lang="en-US"/>
            </a:defPPr>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800" b="0" dirty="0">
                <a:solidFill>
                  <a:schemeClr val="bg1"/>
                </a:solidFill>
              </a:rPr>
              <a:t>If you need extra slides for your submission, feel free to duplicate this one. </a:t>
            </a:r>
          </a:p>
          <a:p>
            <a:r>
              <a:rPr lang="en-US" sz="1800" b="0" dirty="0">
                <a:solidFill>
                  <a:schemeClr val="bg1"/>
                </a:solidFill>
              </a:rPr>
              <a:t>However, make sure you keep it under 10 slides. </a:t>
            </a:r>
          </a:p>
        </p:txBody>
      </p:sp>
    </p:spTree>
    <p:extLst>
      <p:ext uri="{BB962C8B-B14F-4D97-AF65-F5344CB8AC3E}">
        <p14:creationId xmlns:p14="http://schemas.microsoft.com/office/powerpoint/2010/main" val="1891173096"/>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158FD-BD27-6FA8-1273-E9EC258BED56}"/>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2E1806CF-B883-489C-2357-0C8CD1471272}"/>
              </a:ext>
            </a:extLst>
          </p:cNvPr>
          <p:cNvSpPr>
            <a:spLocks noGrp="1"/>
          </p:cNvSpPr>
          <p:nvPr>
            <p:ph type="title"/>
          </p:nvPr>
        </p:nvSpPr>
        <p:spPr/>
        <p:txBody>
          <a:bodyPr/>
          <a:lstStyle/>
          <a:p>
            <a:r>
              <a:rPr lang="en-MT" dirty="0"/>
              <a:t>Closing message goes here.</a:t>
            </a:r>
          </a:p>
        </p:txBody>
      </p:sp>
    </p:spTree>
    <p:extLst>
      <p:ext uri="{BB962C8B-B14F-4D97-AF65-F5344CB8AC3E}">
        <p14:creationId xmlns:p14="http://schemas.microsoft.com/office/powerpoint/2010/main" val="62120523"/>
      </p:ext>
    </p:extLst>
  </p:cSld>
  <p:clrMapOvr>
    <a:masterClrMapping/>
  </p:clrMapOvr>
  <p:transition spd="med"/>
</p:sld>
</file>

<file path=ppt/theme/theme1.xml><?xml version="1.0" encoding="utf-8"?>
<a:theme xmlns:a="http://schemas.openxmlformats.org/drawingml/2006/main" name="Primary Presentation Layouts">
  <a:themeElements>
    <a:clrScheme name="UiPath colors">
      <a:dk1>
        <a:srgbClr val="172024"/>
      </a:dk1>
      <a:lt1>
        <a:srgbClr val="FFFFFF"/>
      </a:lt1>
      <a:dk2>
        <a:srgbClr val="9D9D9D"/>
      </a:dk2>
      <a:lt2>
        <a:srgbClr val="F6F6F6"/>
      </a:lt2>
      <a:accent1>
        <a:srgbClr val="FA4616"/>
      </a:accent1>
      <a:accent2>
        <a:srgbClr val="1E6482"/>
      </a:accent2>
      <a:accent3>
        <a:srgbClr val="A32200"/>
      </a:accent3>
      <a:accent4>
        <a:srgbClr val="0BA2B3"/>
      </a:accent4>
      <a:accent5>
        <a:srgbClr val="8B288A"/>
      </a:accent5>
      <a:accent6>
        <a:srgbClr val="FA7678"/>
      </a:accent6>
      <a:hlink>
        <a:srgbClr val="5BCBDE"/>
      </a:hlink>
      <a:folHlink>
        <a:srgbClr val="5BCBDE"/>
      </a:folHlink>
    </a:clrScheme>
    <a:fontScheme name="Primary Presentation Layouts">
      <a:majorFont>
        <a:latin typeface="Calibri"/>
        <a:ea typeface="Calibri"/>
        <a:cs typeface="Calibri"/>
      </a:majorFont>
      <a:minorFont>
        <a:latin typeface="Calibri"/>
        <a:ea typeface="Calibri"/>
        <a:cs typeface="Calibri"/>
      </a:minorFont>
    </a:fontScheme>
    <a:fmtScheme name="Primary Presentation Layout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hueOff val="1057894"/>
            <a:satOff val="4889"/>
            <a:lumOff val="-33725"/>
          </a:schemeClr>
        </a:solidFill>
        <a:ln w="12700" cap="flat">
          <a:noFill/>
          <a:miter lim="400000"/>
        </a:ln>
        <a:effectLst/>
        <a:sp3d/>
      </a:spPr>
      <a:bodyPr rot="0" spcFirstLastPara="1" vertOverflow="overflow" horzOverflow="overflow" vert="horz" wrap="square" lIns="91439" tIns="91439" rIns="91439" bIns="91439" numCol="1" spcCol="38100" rtlCol="0" anchor="ctr">
        <a:spAutoFit/>
      </a:bodyPr>
      <a:lstStyle>
        <a:defPPr marL="0" marR="0" indent="0" algn="ctr" defTabSz="457200" rtl="0" fontAlgn="auto" latinLnBrk="0" hangingPunct="0">
          <a:lnSpc>
            <a:spcPct val="100000"/>
          </a:lnSpc>
          <a:spcBef>
            <a:spcPts val="0"/>
          </a:spcBef>
          <a:spcAft>
            <a:spcPts val="0"/>
          </a:spcAft>
          <a:buClrTx/>
          <a:buSzTx/>
          <a:buFontTx/>
          <a:buNone/>
          <a:tabLst/>
          <a:defRPr kumimoji="0" sz="2800" b="1" i="0" u="none" strike="noStrike" cap="none" spc="0" normalizeH="0" baseline="0">
            <a:ln>
              <a:noFill/>
            </a:ln>
            <a:solidFill>
              <a:schemeClr val="accent3">
                <a:hueOff val="-3600000"/>
                <a:lumOff val="3392"/>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9525" cap="flat">
          <a:solidFill>
            <a:srgbClr val="A32200"/>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91439" tIns="91439" rIns="91439" bIns="91439" numCol="1" spcCol="38100" rtlCol="0" anchor="t">
        <a:spAutoFit/>
      </a:bodyPr>
      <a:lstStyle>
        <a:defPPr marL="0" marR="0" indent="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E0D1C449-7FB6-E94B-836A-309631D964BC}" vid="{36C921A7-E0A5-4546-8255-4EC35B91BE8A}"/>
    </a:ext>
  </a:extLst>
</a:theme>
</file>

<file path=ppt/theme/theme2.xml><?xml version="1.0" encoding="utf-8"?>
<a:theme xmlns:a="http://schemas.openxmlformats.org/drawingml/2006/main" name="Primary Presentation Layouts">
  <a:themeElements>
    <a:clrScheme name="Primary Presentation Layouts">
      <a:dk1>
        <a:srgbClr val="000000"/>
      </a:dk1>
      <a:lt1>
        <a:srgbClr val="FFFFFF"/>
      </a:lt1>
      <a:dk2>
        <a:srgbClr val="9D9D9D"/>
      </a:dk2>
      <a:lt2>
        <a:srgbClr val="A32200"/>
      </a:lt2>
      <a:accent1>
        <a:srgbClr val="FCC0C5"/>
      </a:accent1>
      <a:accent2>
        <a:srgbClr val="5BCBDE"/>
      </a:accent2>
      <a:accent3>
        <a:srgbClr val="F6F6F6"/>
      </a:accent3>
      <a:accent4>
        <a:srgbClr val="434648"/>
      </a:accent4>
      <a:accent5>
        <a:srgbClr val="FFCBFF"/>
      </a:accent5>
      <a:accent6>
        <a:srgbClr val="1168CD"/>
      </a:accent6>
      <a:hlink>
        <a:srgbClr val="0000FF"/>
      </a:hlink>
      <a:folHlink>
        <a:srgbClr val="FF00FF"/>
      </a:folHlink>
    </a:clrScheme>
    <a:fontScheme name="Primary Presentation Layouts">
      <a:majorFont>
        <a:latin typeface="Calibri"/>
        <a:ea typeface="Calibri"/>
        <a:cs typeface="Calibri"/>
      </a:majorFont>
      <a:minorFont>
        <a:latin typeface="Calibri"/>
        <a:ea typeface="Calibri"/>
        <a:cs typeface="Calibri"/>
      </a:minorFont>
    </a:fontScheme>
    <a:fmtScheme name="Primary Presentation Layout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hueOff val="1057894"/>
            <a:satOff val="4889"/>
            <a:lumOff val="-33725"/>
          </a:schemeClr>
        </a:solidFill>
        <a:ln w="12700" cap="flat">
          <a:noFill/>
          <a:miter lim="400000"/>
        </a:ln>
        <a:effectLst/>
        <a:sp3d/>
      </a:spPr>
      <a:bodyPr rot="0" spcFirstLastPara="1" vertOverflow="overflow" horzOverflow="overflow" vert="horz" wrap="square" lIns="91439" tIns="91439" rIns="91439" bIns="91439" numCol="1" spcCol="38100" rtlCol="0" anchor="ctr">
        <a:spAutoFit/>
      </a:bodyPr>
      <a:lstStyle>
        <a:defPPr marL="0" marR="0" indent="0" algn="ctr" defTabSz="457200" rtl="0" fontAlgn="auto" latinLnBrk="0" hangingPunct="0">
          <a:lnSpc>
            <a:spcPct val="100000"/>
          </a:lnSpc>
          <a:spcBef>
            <a:spcPts val="0"/>
          </a:spcBef>
          <a:spcAft>
            <a:spcPts val="0"/>
          </a:spcAft>
          <a:buClrTx/>
          <a:buSzTx/>
          <a:buFontTx/>
          <a:buNone/>
          <a:tabLst/>
          <a:defRPr kumimoji="0" sz="2800" b="1" i="0" u="none" strike="noStrike" cap="none" spc="0" normalizeH="0" baseline="0">
            <a:ln>
              <a:noFill/>
            </a:ln>
            <a:solidFill>
              <a:schemeClr val="accent3">
                <a:hueOff val="-3600000"/>
                <a:lumOff val="3392"/>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9525" cap="flat">
          <a:solidFill>
            <a:srgbClr val="A32200"/>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91439" tIns="91439" rIns="91439" bIns="91439" numCol="1" spcCol="38100" rtlCol="0" anchor="t">
        <a:spAutoFit/>
      </a:bodyPr>
      <a:lstStyle>
        <a:defPPr marL="0" marR="0" indent="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586BB0CA657274B8C976C7E0436D499" ma:contentTypeVersion="22" ma:contentTypeDescription="Create a new document." ma:contentTypeScope="" ma:versionID="089dd435892c48914cdcc61cad93c74c">
  <xsd:schema xmlns:xsd="http://www.w3.org/2001/XMLSchema" xmlns:xs="http://www.w3.org/2001/XMLSchema" xmlns:p="http://schemas.microsoft.com/office/2006/metadata/properties" xmlns:ns1="http://schemas.microsoft.com/sharepoint/v3" xmlns:ns2="5480af4b-b6c5-4b62-abbf-9db793521990" xmlns:ns3="f5f250e4-2cf5-4e3d-922a-2a876ee07fc4" targetNamespace="http://schemas.microsoft.com/office/2006/metadata/properties" ma:root="true" ma:fieldsID="ab69233260927e1bd6ddfe9e60c5ce62" ns1:_="" ns2:_="" ns3:_="">
    <xsd:import namespace="http://schemas.microsoft.com/sharepoint/v3"/>
    <xsd:import namespace="5480af4b-b6c5-4b62-abbf-9db793521990"/>
    <xsd:import namespace="f5f250e4-2cf5-4e3d-922a-2a876ee07fc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2:MediaServiceDateTaken" minOccurs="0"/>
                <xsd:element ref="ns2:MediaServiceLocation" minOccurs="0"/>
                <xsd:element ref="ns2:MediaLengthInSeconds" minOccurs="0"/>
                <xsd:element ref="ns2:lcf76f155ced4ddcb4097134ff3c332f" minOccurs="0"/>
                <xsd:element ref="ns3:TaxCatchAll" minOccurs="0"/>
                <xsd:element ref="ns2:July" minOccurs="0"/>
                <xsd:element ref="ns2:MediaServiceSearchProperties" minOccurs="0"/>
                <xsd:element ref="ns2:MediaServiceObjectDetectorVersion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480af4b-b6c5-4b62-abbf-9db7935219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4aa64814-f827-41fa-8057-0fb5da987058" ma:termSetId="09814cd3-568e-fe90-9814-8d621ff8fb84" ma:anchorId="fba54fb3-c3e1-fe81-a776-ca4b69148c4d" ma:open="true" ma:isKeyword="false">
      <xsd:complexType>
        <xsd:sequence>
          <xsd:element ref="pc:Terms" minOccurs="0" maxOccurs="1"/>
        </xsd:sequence>
      </xsd:complexType>
    </xsd:element>
    <xsd:element name="July" ma:index="24" nillable="true" ma:displayName="July" ma:default="2023-01-31T00:00:00Z" ma:format="DateOnly" ma:internalName="July">
      <xsd:simpleType>
        <xsd:restriction base="dms:DateTime"/>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5f250e4-2cf5-4e3d-922a-2a876ee07fc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0aa707c-1209-4a5e-baba-bf9dbd791563}" ma:internalName="TaxCatchAll" ma:showField="CatchAllData" ma:web="f5f250e4-2cf5-4e3d-922a-2a876ee07fc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480af4b-b6c5-4b62-abbf-9db793521990">
      <Terms xmlns="http://schemas.microsoft.com/office/infopath/2007/PartnerControls"/>
    </lcf76f155ced4ddcb4097134ff3c332f>
    <TaxCatchAll xmlns="f5f250e4-2cf5-4e3d-922a-2a876ee07fc4" xsi:nil="true"/>
    <July xmlns="5480af4b-b6c5-4b62-abbf-9db793521990">2023-01-31T00:00:00+00:00</July>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A833EDC0-866E-4DC3-8CC5-83B041C91F15}">
  <ds:schemaRefs>
    <ds:schemaRef ds:uri="http://schemas.microsoft.com/sharepoint/v3/contenttype/forms"/>
  </ds:schemaRefs>
</ds:datastoreItem>
</file>

<file path=customXml/itemProps2.xml><?xml version="1.0" encoding="utf-8"?>
<ds:datastoreItem xmlns:ds="http://schemas.openxmlformats.org/officeDocument/2006/customXml" ds:itemID="{2080B887-0E6F-4A31-9619-EC346D26A7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480af4b-b6c5-4b62-abbf-9db793521990"/>
    <ds:schemaRef ds:uri="f5f250e4-2cf5-4e3d-922a-2a876ee07fc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6114350-ED84-4028-A932-6660292FDA82}">
  <ds:schemaRefs>
    <ds:schemaRef ds:uri="http://purl.org/dc/terms/"/>
    <ds:schemaRef ds:uri="f5f250e4-2cf5-4e3d-922a-2a876ee07fc4"/>
    <ds:schemaRef ds:uri="http://schemas.microsoft.com/office/infopath/2007/PartnerControls"/>
    <ds:schemaRef ds:uri="http://purl.org/dc/dcmitype/"/>
    <ds:schemaRef ds:uri="http://schemas.microsoft.com/office/2006/documentManagement/types"/>
    <ds:schemaRef ds:uri="http://www.w3.org/XML/1998/namespace"/>
    <ds:schemaRef ds:uri="http://schemas.openxmlformats.org/package/2006/metadata/core-properties"/>
    <ds:schemaRef ds:uri="http://purl.org/dc/elements/1.1/"/>
    <ds:schemaRef ds:uri="http://schemas.microsoft.com/sharepoint/v3"/>
    <ds:schemaRef ds:uri="5480af4b-b6c5-4b62-abbf-9db793521990"/>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UiP001 Master PPT Refresh 20250502 1</Template>
  <TotalTime>9</TotalTime>
  <Words>251</Words>
  <Application>Microsoft Office PowerPoint</Application>
  <PresentationFormat>Custom</PresentationFormat>
  <Paragraphs>46</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Primary Presentation Layouts</vt:lpstr>
      <vt:lpstr>Presentation title goes here in maximum 2 lines.</vt:lpstr>
      <vt:lpstr>PowerPoint Presentation</vt:lpstr>
      <vt:lpstr>Problem statement and proposed solution</vt:lpstr>
      <vt:lpstr>PowerPoint Presentation</vt:lpstr>
      <vt:lpstr>PowerPoint Presentation</vt:lpstr>
      <vt:lpstr>PowerPoint Presentation</vt:lpstr>
      <vt:lpstr>Closing message goes here.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Andreea Tomescu</dc:creator>
  <cp:keywords/>
  <dc:description/>
  <cp:lastModifiedBy>Ana-Maria Bulhac</cp:lastModifiedBy>
  <cp:revision>2</cp:revision>
  <dcterms:created xsi:type="dcterms:W3CDTF">2025-06-06T15:41:05Z</dcterms:created>
  <dcterms:modified xsi:type="dcterms:W3CDTF">2026-05-14T18:01:11Z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0x0101006586BB0CA657274B8C976C7E0436D499</vt:lpwstr>
  </property>
  <property fmtid="{D5CDD505-2E9C-101B-9397-08002B2CF9AE}" pid="3" name="MediaServiceImageTags">
    <vt:lpwstr/>
  </property>
</Properties>
</file>