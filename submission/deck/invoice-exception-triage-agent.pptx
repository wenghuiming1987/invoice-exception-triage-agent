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e48253372b4f2f" /><Relationship Type="http://schemas.openxmlformats.org/officeDocument/2006/relationships/extended-properties" Target="/docProps/app.xml" Id="Re82a3fd53544459b" /><Relationship Type="http://schemas.openxmlformats.org/officeDocument/2006/relationships/officeDocument" Target="/ppt/presentation.xml" Id="Rb20d67c1d2b94f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0c62c80c0945bf"/>
  </p:sldMasterIdLst>
  <p:notesMasterIdLst>
    <p:notesMasterId xmlns:r="http://schemas.openxmlformats.org/officeDocument/2006/relationships" r:id="R9658425a0a534dfd"/>
  </p:notesMasterIdLst>
  <p:sldIdLst>
    <p:sldId xmlns:r="http://schemas.openxmlformats.org/officeDocument/2006/relationships" id="256" r:id="Rb0b1796b931d4cf4"/>
    <p:sldId xmlns:r="http://schemas.openxmlformats.org/officeDocument/2006/relationships" id="257" r:id="R37948092fa584fe5"/>
    <p:sldId xmlns:r="http://schemas.openxmlformats.org/officeDocument/2006/relationships" id="258" r:id="Rb60b5cfaee064150"/>
    <p:sldId xmlns:r="http://schemas.openxmlformats.org/officeDocument/2006/relationships" id="259" r:id="R4f03f2e8c4c54466"/>
    <p:sldId xmlns:r="http://schemas.openxmlformats.org/officeDocument/2006/relationships" id="260" r:id="R53863638256b441b"/>
    <p:sldId xmlns:r="http://schemas.openxmlformats.org/officeDocument/2006/relationships" id="261" r:id="R2db7275785be49a6"/>
    <p:sldId xmlns:r="http://schemas.openxmlformats.org/officeDocument/2006/relationships" id="262" r:id="R619ed77fad0f4196"/>
    <p:sldId xmlns:r="http://schemas.openxmlformats.org/officeDocument/2006/relationships" id="263" r:id="Ra98eb43419d743d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0c62c80c0945bf" /><Relationship Type="http://schemas.openxmlformats.org/officeDocument/2006/relationships/theme" Target="/ppt/theme/theme1.xml" Id="R2724e16e3c6b4421" /><Relationship Type="http://schemas.openxmlformats.org/officeDocument/2006/relationships/notesMaster" Target="/ppt/notesMasters/notesMaster1.xml" Id="R9658425a0a534dfd" /><Relationship Type="http://schemas.openxmlformats.org/officeDocument/2006/relationships/presProps" Target="/ppt/presProps.xml" Id="R8aaac3eaa7b44c33" /><Relationship Type="http://schemas.openxmlformats.org/officeDocument/2006/relationships/viewProps" Target="/ppt/viewProps.xml" Id="R32450030c7704bb0" /><Relationship Type="http://schemas.openxmlformats.org/officeDocument/2006/relationships/tableStyles" Target="/ppt/tableStyles.xml" Id="R569fe08e708e4f6a" /><Relationship Type="http://schemas.openxmlformats.org/officeDocument/2006/relationships/slide" Target="/ppt/slides/slide1.xml" Id="Rb0b1796b931d4cf4" /><Relationship Type="http://schemas.openxmlformats.org/officeDocument/2006/relationships/slide" Target="/ppt/slides/slide2.xml" Id="R37948092fa584fe5" /><Relationship Type="http://schemas.openxmlformats.org/officeDocument/2006/relationships/slide" Target="/ppt/slides/slide3.xml" Id="Rb60b5cfaee064150" /><Relationship Type="http://schemas.openxmlformats.org/officeDocument/2006/relationships/slide" Target="/ppt/slides/slide4.xml" Id="R4f03f2e8c4c54466" /><Relationship Type="http://schemas.openxmlformats.org/officeDocument/2006/relationships/slide" Target="/ppt/slides/slide5.xml" Id="R53863638256b441b" /><Relationship Type="http://schemas.openxmlformats.org/officeDocument/2006/relationships/slide" Target="/ppt/slides/slide6.xml" Id="R2db7275785be49a6" /><Relationship Type="http://schemas.openxmlformats.org/officeDocument/2006/relationships/slide" Target="/ppt/slides/slide7.xml" Id="R619ed77fad0f4196" /><Relationship Type="http://schemas.openxmlformats.org/officeDocument/2006/relationships/slide" Target="/ppt/slides/slide8.xml" Id="Ra98eb43419d743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d40823903c842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3d892ec6524626" /><Relationship Type="http://schemas.openxmlformats.org/officeDocument/2006/relationships/notesMaster" Target="/ppt/notesMasters/notesMaster1.xml" Id="R27fcf8959ad744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64741b482846a5" /><Relationship Type="http://schemas.openxmlformats.org/officeDocument/2006/relationships/notesMaster" Target="/ppt/notesMasters/notesMaster1.xml" Id="Rc96c210a2d2f40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7863b752b946f3" /><Relationship Type="http://schemas.openxmlformats.org/officeDocument/2006/relationships/notesMaster" Target="/ppt/notesMasters/notesMaster1.xml" Id="R09775a6cd3fa4d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f3de62facd466d" /><Relationship Type="http://schemas.openxmlformats.org/officeDocument/2006/relationships/notesMaster" Target="/ppt/notesMasters/notesMaster1.xml" Id="R90e819fd4bf741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d21596a80542b4" /><Relationship Type="http://schemas.openxmlformats.org/officeDocument/2006/relationships/notesMaster" Target="/ppt/notesMasters/notesMaster1.xml" Id="R1fa9b8bff6aa4b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048c74d5464d52" /><Relationship Type="http://schemas.openxmlformats.org/officeDocument/2006/relationships/notesMaster" Target="/ppt/notesMasters/notesMaster1.xml" Id="R3a7381d8e6ee49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43fb51cc7043d9" /><Relationship Type="http://schemas.openxmlformats.org/officeDocument/2006/relationships/notesMaster" Target="/ppt/notesMasters/notesMaster1.xml" Id="R7fd0b8a8c3af43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4d2de75b6145d5" /><Relationship Type="http://schemas.openxmlformats.org/officeDocument/2006/relationships/notesMaster" Target="/ppt/notesMasters/notesMaster1.xml" Id="R88906e28762f41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9402ff77524d6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40006fbccb6499f" /><Relationship Type="http://schemas.openxmlformats.org/officeDocument/2006/relationships/slideLayout" Target="/ppt/slideLayouts/slideLayout2.xml" Id="Rd51804443af640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1804443af640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4adbcdb4a24149" /><Relationship Type="http://schemas.openxmlformats.org/officeDocument/2006/relationships/notesSlide" Target="/ppt/notesSlides/notesSlide1.xml" Id="R78db07716e844f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31bca31e1147e2" /><Relationship Type="http://schemas.openxmlformats.org/officeDocument/2006/relationships/notesSlide" Target="/ppt/notesSlides/notesSlide2.xml" Id="R8c2a0b34b68d4a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22788300294c29" /><Relationship Type="http://schemas.openxmlformats.org/officeDocument/2006/relationships/notesSlide" Target="/ppt/notesSlides/notesSlide3.xml" Id="Rf835c64dff854f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7ab2326ef543d3" /><Relationship Type="http://schemas.openxmlformats.org/officeDocument/2006/relationships/notesSlide" Target="/ppt/notesSlides/notesSlide4.xml" Id="Ra5d6a824030746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e52efc736440c7" /><Relationship Type="http://schemas.openxmlformats.org/officeDocument/2006/relationships/notesSlide" Target="/ppt/notesSlides/notesSlide5.xml" Id="Ra03c3b8a3d0644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8b8fd0442f4e63" /><Relationship Type="http://schemas.openxmlformats.org/officeDocument/2006/relationships/notesSlide" Target="/ppt/notesSlides/notesSlide6.xml" Id="Ref8d005cda5146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a18242275644f9" /><Relationship Type="http://schemas.openxmlformats.org/officeDocument/2006/relationships/notesSlide" Target="/ppt/notesSlides/notesSlide7.xml" Id="R5084a491f14044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3c3761b27a4101" /><Relationship Type="http://schemas.openxmlformats.org/officeDocument/2006/relationships/notesSlide" Target="/ppt/notesSlides/notesSlide8.xml" Id="R754b4ad066a141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E10C20-4381-4952-9549-EC5FC33C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A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C3E33-6AF4-4E2A-8452-3503C9C24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A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3EB73-D316-4441-BB37-AE8A7EA0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Invoice Exception Triage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1F1F8-8D1B-47F0-826F-D18D4DCA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723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CE7F5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CE7F5"/>
                </a:solidFill>
                <a:latin typeface="Aptos"/>
                <a:ea typeface="Aptos"/>
                <a:cs typeface="Aptos"/>
              </a:rPr>
              <a:t>A UiPath-orchestrated coded agent for deterministic AP invoice exception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F2FBE3-B8D1-4EB4-A6F1-05FB66AA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2667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A61"/>
          </a:solidFill>
          <a:ln xmlns:a="http://schemas.openxmlformats.org/drawingml/2006/main" w="9525">
            <a:solidFill>
              <a:srgbClr val="2A55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2ADD9-15C4-4EC3-8731-19CE8C49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861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9E4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9E44"/>
                </a:solidFill>
                <a:latin typeface="Aptos"/>
                <a:ea typeface="Aptos"/>
                <a:cs typeface="Aptos"/>
              </a:rPr>
              <a:t>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DE54F-B76A-488D-B62B-C6BA64D7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290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7F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CE7F5"/>
                </a:solidFill>
                <a:latin typeface="Aptos"/>
                <a:ea typeface="Aptos"/>
                <a:cs typeface="Aptos"/>
              </a:rPr>
              <a:t>Auto-approve clean invoices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BB214-C99D-4345-A612-9026CD6E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57500"/>
            <a:ext cx="2667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A61"/>
          </a:solidFill>
          <a:ln xmlns:a="http://schemas.openxmlformats.org/drawingml/2006/main" w="9525">
            <a:solidFill>
              <a:srgbClr val="2A557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04DE9-DC23-41DE-A045-A60C8839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861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2A10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A100"/>
                </a:solidFill>
                <a:latin typeface="Aptos"/>
                <a:ea typeface="Aptos"/>
                <a:cs typeface="Aptos"/>
              </a:rPr>
              <a:t>MEDIUM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3ED460-8F05-4FF3-B1DD-ED23B3F3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4290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7F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CE7F5"/>
                </a:solidFill>
                <a:latin typeface="Aptos"/>
                <a:ea typeface="Aptos"/>
                <a:cs typeface="Aptos"/>
              </a:rPr>
              <a:t>Route to AP analyst 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2ACE7B-712B-400A-A351-7D1035E3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57500"/>
            <a:ext cx="2667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A61"/>
          </a:solidFill>
          <a:ln xmlns:a="http://schemas.openxmlformats.org/drawingml/2006/main" w="9525">
            <a:solidFill>
              <a:srgbClr val="2A557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51516-EDCA-4BB8-9339-BFD5C47D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861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7B8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7B8D"/>
                </a:solidFill>
                <a:latin typeface="Aptos"/>
                <a:ea typeface="Aptos"/>
                <a:cs typeface="Aptos"/>
              </a:rPr>
              <a:t>HIGH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455BD5-4C0C-46E0-A3D3-B8C2E5AF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290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7F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CE7F5"/>
                </a:solidFill>
                <a:latin typeface="Aptos"/>
                <a:ea typeface="Aptos"/>
                <a:cs typeface="Aptos"/>
              </a:rPr>
              <a:t>Escalate to human approval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366A9-5E94-4CD4-8684-14157ECD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952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6D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6C6D7"/>
                </a:solidFill>
                <a:latin typeface="Aptos"/>
                <a:ea typeface="Aptos"/>
                <a:cs typeface="Aptos"/>
              </a:rPr>
              <a:t>Built with Python · FastAPI · Pytest · OpenAPI · UiPath Studio Web/API Workflow · Maestro · Action Center · Codex</a:t>
            </a:r>
          </a:p>
        </p:txBody>
      </p:sp>
    </p:spTree>
    <p:extLst>
      <p:ext uri="{BB962C8B-B14F-4D97-AF65-F5344CB8AC3E}">
        <p14:creationId xmlns:p14="http://schemas.microsoft.com/office/powerpoint/2010/main" val="13479389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6B8F2C-680E-40F6-AE8F-8F183079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0747C-26B3-4932-B931-204581BC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1333B-23D7-4FA4-98AF-EDB322EE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BUSINESS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4BB00-19C1-4620-BE39-F452A9A6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Manual AP exception review slows clean invoices and misses risky signals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EC090-FBE5-4BF8-AB0E-06426A34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Invoice Exception Triage Agent · UiPath AgentHack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C251DC-43FD-4113-8D61-7A5AF1C4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238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57F3F9-8D9F-46DF-98C2-8D4DCCF2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5FC4F-D46F-475A-B22D-8E13D568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859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Queue noise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71F49-741D-4268-8ABD-E16E6BF5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47900"/>
            <a:ext cx="2781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Clean invoices wait behind exceptions because AP teams still have to check supplier, PO, tax, currency, duplicate, and payment term signals.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1F48F-03FE-4AB5-9998-A6E0ABA2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76400"/>
            <a:ext cx="3238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E5B4BF-DA7E-4A35-8EA5-7A7BB7F8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764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34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9859F7-F332-47EA-8F1E-1EECC655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8859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Control 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BF85F-7822-48F9-8768-EE8D48DE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47900"/>
            <a:ext cx="2781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High-risk invoices should not move to posting or payment without accountable human approval.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FF5A3-93DA-4D75-896E-536DC0FA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3238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2C4EF-3836-460A-92CF-16C61938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A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22FDB1-EC2F-42C9-AD85-6670A369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8859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Audit pressure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88D226-B077-4EBE-8B3C-C4C262CA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47900"/>
            <a:ext cx="2781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Every invoice decision needs reasons, flags, and a stable rule version that can be reviewed later.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19EFE1-7C74-4FF6-B396-7B3117D0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Submission thesis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9F6E98-4251-4F16-9025-5A96A9A5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E2A4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E2A47"/>
                </a:solidFill>
                <a:latin typeface="Aptos Display"/>
                <a:ea typeface="Aptos Display"/>
                <a:cs typeface="Aptos Display"/>
              </a:rPr>
              <a:t>Automate the easy path, slow down the risky path, and preserve an audit trail for both.</a:t>
            </a:r>
          </a:p>
        </p:txBody>
      </p:sp>
    </p:spTree>
    <p:extLst>
      <p:ext uri="{BB962C8B-B14F-4D97-AF65-F5344CB8AC3E}">
        <p14:creationId xmlns:p14="http://schemas.microsoft.com/office/powerpoint/2010/main" val="17969317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F54B8B-F506-4C23-8260-5F5A791D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2DC90-DBCE-4829-B5C0-07FF908C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97920-5B1B-4914-A3F8-93689B3E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4DC20-DF53-4568-B030-108989FF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Coded decision engine governed by UiPath orchestration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9B678-4685-4192-8E77-6E17FD72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Invoice Exception Triage Agent · UiPath AgentHack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62705-5ABF-48A5-901B-DF26492D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0E1BF-8ACE-49D2-B0D5-61FAF4AF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1D5A8-15E8-4929-B2C2-FDBFD5E2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1. Receive invoice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3CCE5A-D6B8-4115-8AC6-417A5005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Normalized invoice JSON arrives from an AP queue, document workflow, email workflow, or ERP event.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D240C-0185-45EC-A755-5CA7210F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619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CE540-0756-4177-B1A4-8BA7EF53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A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128CC-8EF0-4921-8592-AEE01488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2880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2. Call coded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5AF98F-2931-4FFE-8C05-D518F36D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9075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UiPath API Workflow sends the payload to /triage/invoice and receives structured JSON.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74FDB-FAC2-4CA1-91E6-77601695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19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E47DC6-4DC4-4387-88D0-E6EAF999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1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636F4A-E164-4578-B511-A40C0A43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2880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3. Branch the case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238B86-D8D3-4927-B525-3FF00BC5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Maestro BPMN routes to auto-approval, AP review, or Action Center human approval.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24E819-38BE-40F4-93FF-A8E60737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765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43D37C-1AAC-4553-ACB9-894312CA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765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64159B-01E6-48BC-AAEE-2ABDFF05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agent is deterministic: same invoice + same reference data = same decision and same audit output.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9D604A-1E82-4309-B59D-9BDFA91D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53000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This keeps AP approval logic testable while UiPath manages governance, retries, case visibility, and human-in-the-loop routing.</a:t>
            </a:r>
          </a:p>
        </p:txBody>
      </p:sp>
    </p:spTree>
    <p:extLst>
      <p:ext uri="{BB962C8B-B14F-4D97-AF65-F5344CB8AC3E}">
        <p14:creationId xmlns:p14="http://schemas.microsoft.com/office/powerpoint/2010/main" val="142939900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48507F-C1D5-4877-9A52-72BC0254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3A51A-992E-40D3-96F2-6EA9BFEB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60E0FE-9F39-4F90-8F91-40971D08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F37DFA-C02B-4E84-9461-773DA985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Maestro routes each invoice by the coded agent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4E324-6C57-416D-B963-981FF613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Invoice Exception Triage Agent · UiPath AgentHack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39930-E4C4-4ABB-8FD5-C81AA4D4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A47"/>
          </a:solidFill>
          <a:ln xmlns:a="http://schemas.openxmlformats.org/drawingml/2006/main" w="0">
            <a:solidFill>
              <a:srgbClr val="0E2A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9721B-1442-4EC2-8585-F773E888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9516F-9D01-4DC3-B750-9411BECC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145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1769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524D0-0A1A-48A9-9F1C-09BA0D92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98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Receive invoice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D20A1-13D5-4C4A-9F43-2AF77908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A88"/>
          </a:solidFill>
          <a:ln xmlns:a="http://schemas.openxmlformats.org/drawingml/2006/main" w="0">
            <a:solidFill>
              <a:srgbClr val="009A8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E621C0-6FB6-4104-B66C-0779AB62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098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Call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29E12-CC18-4C64-BF3D-324B477A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145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100"/>
          </a:solidFill>
          <a:ln xmlns:a="http://schemas.openxmlformats.org/drawingml/2006/main" w="0">
            <a:solidFill>
              <a:srgbClr val="E2A1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7419E-2F68-4CD3-8393-A6A15D7F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098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1A31AA-23C2-4C1D-AF1A-70C49190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305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212E4-BA55-4A8A-AF68-876EEBAB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05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3DC5F-0049-4AAB-A670-F1610016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05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A8C3A7-6688-45FF-A802-B96DBCBE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287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9E4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9E44"/>
                </a:solidFill>
                <a:latin typeface="Aptos"/>
                <a:ea typeface="Aptos"/>
                <a:cs typeface="Aptos"/>
              </a:rPr>
              <a:t>AUTO_APPROVE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EC201F-F151-4C09-866D-2128A8E9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ERP posting / payment scheduling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4FEE24-5870-482B-8215-A708BD7B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479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2A10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2A100"/>
                </a:solidFill>
                <a:latin typeface="Aptos"/>
                <a:ea typeface="Aptos"/>
                <a:cs typeface="Aptos"/>
              </a:rPr>
              <a:t>REVIEW_REQUIRED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F8119-4DD8-43B3-8301-DBFF18EF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337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AP analyst reviews targeted flags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BA1D61-25D6-4E2D-A292-A774C6A9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67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334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3349"/>
                </a:solidFill>
                <a:latin typeface="Aptos"/>
                <a:ea typeface="Aptos"/>
                <a:cs typeface="Aptos"/>
              </a:rPr>
              <a:t>ESCALATE_TO_HUMAN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AA2738-708A-42F8-A2DC-FD86F2F9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529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Action Center manager approval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4ECE99-4BBF-4EF6-9677-C38BE4F3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0020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E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32B054-4FF9-406D-ABE9-B3F0FD49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1940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1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37157C-3D47-4297-A3F0-5CD2DC5E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3860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34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7FC99C-D46F-48F3-BCAC-CDC754B8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All branches persist audit summary, reasons, flags, and rule version before End.</a:t>
            </a:r>
          </a:p>
        </p:txBody>
      </p:sp>
    </p:spTree>
    <p:extLst>
      <p:ext uri="{BB962C8B-B14F-4D97-AF65-F5344CB8AC3E}">
        <p14:creationId xmlns:p14="http://schemas.microsoft.com/office/powerpoint/2010/main" val="620698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17FB11-7A07-4D57-AC54-86FEEAFF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90E189-2D15-4EDF-8E8B-A554C839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0B8F7-E35E-4E07-8DEE-448075EB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DECISION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1329AF-CC23-4627-8E5B-96753A5A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Transparent rules produce reliable actions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B13BC7-35BB-405E-A2CD-2D07A829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Invoice Exception Triage Agent · UiPath AgentHack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45AB6-EFBD-418D-AD4A-2F7E7180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51BBF-6257-4997-B9D0-2BF0B030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34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A8E04-3CCD-4EB8-83FF-B54472D2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High severity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BEE599-3FF4-4A3F-B90A-46727287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2781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Duplicate invoice ID, unapproved supplier, amount above PO, currency mismatch, missing PO.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A202B7-6C63-4394-9CB0-B1AA73AB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D2E3DA-DE68-43BB-8370-DD27B527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1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A98654-4061-4A02-807C-51D2F5FC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7716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Medium severity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4A3AF-319F-48BB-8FB7-29A1A25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133600"/>
            <a:ext cx="2781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Missing supplier tax ID or suspicious payment terms.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B834F4-4FD4-4E7B-AC0E-9DE07B7B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6210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56378-DAEB-4B96-8DEE-D5F4BF61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621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E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C4C2CA-E09C-4BA0-A359-CB31B00B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716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No flags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2EBAA3-F058-406C-8F9C-A647CF52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2781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Clean invoice can move to the auto-approval path.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A9034B-3B76-4B64-BBB4-B65F869C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CFC410-46DE-4394-B9C1-9CF08D5A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100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Output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400E75-BD5A-4814-8DD6-5A08CE86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risk_level · decision · reasons · recommended_action · audit_summary · machine_readable_flags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405FA0-FDC9-4A9F-9D44-8EE0BC94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86350"/>
            <a:ext cx="781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response is plain enough for a human and structured enough for UiPath branching.</a:t>
            </a:r>
          </a:p>
        </p:txBody>
      </p:sp>
    </p:spTree>
    <p:extLst>
      <p:ext uri="{BB962C8B-B14F-4D97-AF65-F5344CB8AC3E}">
        <p14:creationId xmlns:p14="http://schemas.microsoft.com/office/powerpoint/2010/main" val="14240061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5D92EE-4AE5-48D9-9137-9B6967E0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B4DB1-BAF1-4D53-A1A4-F444A667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DBAC5-DA0D-4BA9-86BE-8B2D6B12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FC896-3201-438B-A40C-3DD7455D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Sample invoices cover the full decision range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7AE620-E28D-4E25-86F3-D830A1D9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Invoice Exception Triage Agent · UiPath AgentHack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0A30A-FA13-498E-AC22-955A9AAC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D52AC-81F8-46EC-A393-2916D55C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E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2326C-B3BA-4261-B6FC-CA58E533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2880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Clean invoice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A07A65-814D-45A3-9114-BA6B38C6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907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LOW risk</a:t>
            </a:r>
          </a:p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AUTO_APPROVE</a:t>
            </a:r>
          </a:p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No exception indicators found.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F0862-9E8F-4532-8446-FB06AA04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1925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186B35-2AEB-4144-A453-B0ADCC7D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1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00C8E0-305D-4ECD-B650-8ECEF829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2880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Missing tax 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2A89F-BDEC-4034-A603-522E4862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1907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MEDIUM risk</a:t>
            </a:r>
          </a:p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REVIEW_REQUIRED</a:t>
            </a:r>
          </a:p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AP analyst review.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D66A4-156A-4148-8745-AC408DE9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1925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E53D26-BC65-4153-AA52-4E55FD8D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34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21F6F9-D216-4B2E-BEDD-B3623034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2880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Multiple flags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8D31B1-6949-4801-AC12-1B2155B3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907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HIGH risk</a:t>
            </a:r>
          </a:p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ESCALATE_TO_HUMAN</a:t>
            </a:r>
          </a:p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Action Center approval.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B5B832-9FF6-4D64-AAC3-90B2DB04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624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C365D-77FD-4D80-8DE1-A535D865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24400"/>
            <a:ext cx="914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E2A4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E2A47"/>
                </a:solidFill>
                <a:latin typeface="Aptos Display"/>
                <a:ea typeface="Aptos Display"/>
                <a:cs typeface="Aptos Display"/>
              </a:rPr>
              <a:t>30 tests pass, expected outputs are reproducible, and every sample invoice can generate a JSON or Markdown audit report.</a:t>
            </a:r>
          </a:p>
        </p:txBody>
      </p:sp>
    </p:spTree>
    <p:extLst>
      <p:ext uri="{BB962C8B-B14F-4D97-AF65-F5344CB8AC3E}">
        <p14:creationId xmlns:p14="http://schemas.microsoft.com/office/powerpoint/2010/main" val="179805400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27587E-9139-49EB-BAA9-D56E519F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17DCC-CC89-466C-AC8F-ADB9CEB6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0622C3-F1D0-40AA-92A1-2B7A6BB5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SUBMISSION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1554C-FE03-4BCC-AFE0-A41AE76A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Built as a real runnable repository, not a README-only concept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99E0F4-517F-47F8-9F92-A870B026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Invoice Exception Triage Agent · UiPath AgentHack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F9A965-7D95-4A24-9327-15B03DBF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3143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F392D1-A586-4EDC-A1E7-AC521FA0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A3D83-B6E7-4415-926A-63AEBCF2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716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1FCD73-EBD1-4F75-8126-02139981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2686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README, license, OpenAPI, docs, UiPath setup notes, tests, sample data, expected outputs.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52BFB3-3B08-4794-8DEE-8524ACEA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3143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20C42-E11F-4000-80EB-16AE02ED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6210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A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E53C51-FD17-4AFC-B31C-7072495B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7716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Codex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662EC1-0337-48A5-BA1B-A201C4F5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33600"/>
            <a:ext cx="2686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Codex-created and hardened files are listed, with integration and screenshot placeholders.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4307F-3321-405A-901E-719E1861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62100"/>
            <a:ext cx="3143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32DEDC-295E-4297-B6FD-2E1FA8A9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6210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1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A1DE1D-8FA7-4866-9435-22CC5F29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716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Submission package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D60F8F-B9CE-4509-90BA-CFDD618D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2686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Devpost copy, screenshot checklist, demo notes, final runbook, and presentation outline.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A2B50C-A555-4797-8661-1299474B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8334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3349"/>
                </a:solidFill>
                <a:latin typeface="Aptos"/>
                <a:ea typeface="Aptos"/>
                <a:cs typeface="Aptos"/>
              </a:rPr>
              <a:t>No fake cloud claim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C050DB-BD8D-4247-B1A5-5C443C5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914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local coded agent is working today. UiPath tenant deployment is documented as reproducible setup and should only be claimed after it is actually configured and captured.</a:t>
            </a:r>
          </a:p>
        </p:txBody>
      </p:sp>
    </p:spTree>
    <p:extLst>
      <p:ext uri="{BB962C8B-B14F-4D97-AF65-F5344CB8AC3E}">
        <p14:creationId xmlns:p14="http://schemas.microsoft.com/office/powerpoint/2010/main" val="10829831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6A0A80-F7F9-46C9-B25B-B70F75CE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77EC54-7602-45AF-9EA0-449AB0F3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D5206-955E-4766-8135-91372D9F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5349BD-473F-4F4B-9F79-AA71F862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Path from prototype to production AP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9C913F-5F2A-4597-85E4-2E75378B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Invoice Exception Triage Agent · UiPath AgentHack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1732D-2ED7-4609-81B4-37096800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59BEF7-6973-40D6-A46D-4862A25E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0C20E-4274-47E9-A502-1CCED6AD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Connect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10087F-E92B-4242-8E4D-75949C88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Replace mock ERP JSON with supplier master, purchase order, and invoice history systems.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160F53-D505-48A6-9E0D-39AC5977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19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858B7B-B037-41CE-9C27-5341EA08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A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055FF-4F98-4605-A2A5-915CCF99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2880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Govern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5F3172-5C8A-4916-85DB-0097201A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9075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Add authentication, secret storage, environment configuration, and monitoring.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AE3CF-88D6-4177-8422-39067C9D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D509EB-372C-4A3E-8D27-4D61633A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1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29356A-CCC9-4CEF-97B8-4001EE1E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82880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Measure impact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7DF52-705B-454B-B3D7-1C0B738B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90750"/>
            <a:ext cx="2495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Track auto-approval rate, exception reason mix, cycle-time reduction, and human escalation outcomes.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7AB0EA-A2B9-4599-A873-9FECA810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Core message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6E190C-9CA1-417E-A4C8-DEADA658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E2A4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E2A47"/>
                </a:solidFill>
                <a:latin typeface="Aptos Display"/>
                <a:ea typeface="Aptos Display"/>
                <a:cs typeface="Aptos Display"/>
              </a:rPr>
              <a:t>UiPath orchestrates the business process. The coded agent makes testable decisions. Humans stay accountable where risk is real.</a:t>
            </a:r>
          </a:p>
        </p:txBody>
      </p:sp>
    </p:spTree>
    <p:extLst>
      <p:ext uri="{BB962C8B-B14F-4D97-AF65-F5344CB8AC3E}">
        <p14:creationId xmlns:p14="http://schemas.microsoft.com/office/powerpoint/2010/main" val="4926536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2026-05-29T20:40:56.4350000Z</dcterms:created>
  <dcterms:modified xsi:type="dcterms:W3CDTF">2026-05-29T20:40:56.4350000Z</dcterms:modified>
</coreProperties>
</file>