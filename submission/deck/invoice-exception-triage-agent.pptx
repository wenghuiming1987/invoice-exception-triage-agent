
<file path=[Content_Types].xml><?xml version="1.0" encoding="utf-8"?>
<Types xmlns="http://schemas.openxmlformats.org/package/2006/content-types">
  <Default Extension="xml" ContentType="application/vnd.openxmlformats-package.core-properties+xml"/>
  <Default Extension="emf" ContentType="image/x-emf"/>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17c432578e4ed6" /><Relationship Type="http://schemas.openxmlformats.org/officeDocument/2006/relationships/extended-properties" Target="/docProps/app.xml" Id="Rf2d141f691854bef" /><Relationship Type="http://schemas.openxmlformats.org/officeDocument/2006/relationships/officeDocument" Target="/ppt/presentation.xml" Id="R3bc94c0f3e924dd2" /></Relationships>
</file>

<file path=ppt/presentation.xml><?xml version="1.0" encoding="utf-8"?>
<p:presentation xmlns:p="http://schemas.openxmlformats.org/presentationml/2006/main">
  <p:sldMasterIdLst>
    <p:sldMasterId xmlns:r="http://schemas.openxmlformats.org/officeDocument/2006/relationships" id="2147483648" r:id="R9ccba0bc5eab465f"/>
  </p:sldMasterIdLst>
  <p:notesMasterIdLst>
    <p:notesMasterId xmlns:r="http://schemas.openxmlformats.org/officeDocument/2006/relationships" r:id="R9d788366138c413a"/>
  </p:notesMasterIdLst>
  <p:sldIdLst>
    <p:sldId xmlns:r="http://schemas.openxmlformats.org/officeDocument/2006/relationships" id="256" r:id="R4c99dde0b80845de"/>
    <p:sldId xmlns:r="http://schemas.openxmlformats.org/officeDocument/2006/relationships" id="257" r:id="R1f61cc88a0da49b2"/>
    <p:sldId xmlns:r="http://schemas.openxmlformats.org/officeDocument/2006/relationships" id="258" r:id="Rc66f51bab0a54890"/>
    <p:sldId xmlns:r="http://schemas.openxmlformats.org/officeDocument/2006/relationships" id="259" r:id="R9608845016834d71"/>
    <p:sldId xmlns:r="http://schemas.openxmlformats.org/officeDocument/2006/relationships" id="260" r:id="Rfdde9e981e4f4330"/>
    <p:sldId xmlns:r="http://schemas.openxmlformats.org/officeDocument/2006/relationships" id="261" r:id="R06f72e961acd489b"/>
    <p:sldId xmlns:r="http://schemas.openxmlformats.org/officeDocument/2006/relationships" id="262" r:id="R8f95b37faeb747af"/>
  </p:sldIdLst>
  <p:sldSz cx="121793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rial"/>
          <a:ea typeface="Arial"/>
          <a:cs typeface="Arial"/>
        </a:font>
        <a:schemeClr val="accent4">
          <a:hueOff val="-839560"/>
          <a:satOff val="19935"/>
          <a:lumOff val="-15534"/>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FDCECA"/>
          </a:solidFill>
        </a:fill>
      </a:tcStyle>
    </a:wholeTbl>
    <a:band2H>
      <a:tcTxStyle/>
      <a:tcStyle>
        <a:tcBdr/>
        <a:fill>
          <a:solidFill>
            <a:srgbClr val="FEE8E7"/>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firstRow>
  </a:tblStyle>
  <a:tblStyle styleId="{C7B018BB-80A7-4F77-B60F-C8B233D01FF8}"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rgbClr val="000000"/>
      </a:tcTxStyle>
      <a:tcStyle>
        <a:tcBdr>
          <a:left>
            <a:ln w="9525" cap="flat">
              <a:solidFill>
                <a:srgbClr val="000000"/>
              </a:solidFill>
              <a:prstDash val="solid"/>
              <a:round/>
            </a:ln>
          </a:left>
          <a:right>
            <a:ln w="9525" cap="flat">
              <a:solidFill>
                <a:srgbClr val="000000"/>
              </a:solidFill>
              <a:prstDash val="solid"/>
              <a:round/>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9525" cap="flat">
              <a:solidFill>
                <a:srgbClr val="000000"/>
              </a:solidFill>
              <a:prstDash val="solid"/>
              <a:round/>
            </a:ln>
          </a:bottom>
          <a:insideH>
            <a:ln w="12700" cap="flat">
              <a:noFill/>
              <a:miter lim="400000"/>
            </a:ln>
          </a:insideH>
          <a:insideV>
            <a:ln w="12700" cap="flat">
              <a:noFill/>
              <a:miter lim="400000"/>
            </a:ln>
          </a:insideV>
        </a:tcBdr>
        <a:fill>
          <a:no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9525" cap="flat">
              <a:solidFill>
                <a:srgbClr val="000000"/>
              </a:solidFill>
              <a:prstDash val="solid"/>
              <a:round/>
            </a:ln>
          </a:top>
          <a:bottom>
            <a:ln w="9525" cap="flat">
              <a:solidFill>
                <a:srgbClr val="000000"/>
              </a:solidFill>
              <a:prstDash val="solid"/>
              <a:round/>
            </a:ln>
          </a:bottom>
          <a:insideH>
            <a:ln w="12700" cap="flat">
              <a:noFill/>
              <a:miter lim="400000"/>
            </a:ln>
          </a:insideH>
          <a:insideV>
            <a:ln w="12700" cap="flat">
              <a:noFill/>
              <a:miter lim="400000"/>
            </a:ln>
          </a:insideV>
        </a:tcBdr>
        <a:fill>
          <a:solidFill>
            <a:srgbClr val="000000"/>
          </a:solidFill>
        </a:fill>
      </a:tcStyle>
    </a:firstRow>
  </a:tblStyle>
  <a:tblStyle styleId="{EEE7283C-3CF3-47DC-8721-378D4A62B228}"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rgbClr val="000000"/>
      </a:tcTxStyle>
      <a:tcStyle>
        <a:tcBdr>
          <a:left>
            <a:ln w="9525" cap="flat">
              <a:solidFill>
                <a:srgbClr val="0C65CD"/>
              </a:solidFill>
              <a:prstDash val="solid"/>
              <a:round/>
            </a:ln>
          </a:left>
          <a:right>
            <a:ln w="9525" cap="flat">
              <a:solidFill>
                <a:srgbClr val="0C65CD"/>
              </a:solidFill>
              <a:prstDash val="solid"/>
              <a:round/>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chemeClr val="accent6"/>
              </a:solidFill>
              <a:prstDash val="solid"/>
              <a:round/>
            </a:ln>
          </a:top>
          <a:bottom>
            <a:ln w="9525" cap="flat">
              <a:solidFill>
                <a:srgbClr val="0C65CD"/>
              </a:solidFill>
              <a:prstDash val="solid"/>
              <a:round/>
            </a:ln>
          </a:bottom>
          <a:insideH>
            <a:ln w="12700" cap="flat">
              <a:noFill/>
              <a:miter lim="400000"/>
            </a:ln>
          </a:insideH>
          <a:insideV>
            <a:ln w="12700" cap="flat">
              <a:noFill/>
              <a:miter lim="400000"/>
            </a:ln>
          </a:insideV>
        </a:tcBdr>
        <a:fill>
          <a:no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9525" cap="flat">
              <a:solidFill>
                <a:srgbClr val="0C65CD"/>
              </a:solidFill>
              <a:prstDash val="solid"/>
              <a:round/>
            </a:ln>
          </a:top>
          <a:bottom>
            <a:ln w="9525" cap="flat">
              <a:solidFill>
                <a:srgbClr val="0C65CD"/>
              </a:solidFill>
              <a:prstDash val="solid"/>
              <a:round/>
            </a:ln>
          </a:bottom>
          <a:insideH>
            <a:ln w="12700" cap="flat">
              <a:noFill/>
              <a:miter lim="400000"/>
            </a:ln>
          </a:insideH>
          <a:insideV>
            <a:ln w="12700" cap="flat">
              <a:noFill/>
              <a:miter lim="400000"/>
            </a:ln>
          </a:insideV>
        </a:tcBdr>
        <a:fill>
          <a:solidFill>
            <a:schemeClr val="accent6"/>
          </a:solidFill>
        </a:fill>
      </a:tcStyle>
    </a:firstRow>
  </a:tblStyle>
  <a:tblStyle styleId="{CF821DB8-F4EB-4A41-A1BA-3FCAFE7338EE}" styleName="">
    <a:tblBg/>
    <a:wholeTbl>
      <a:tcTxStyle b="off" i="off">
        <a:font>
          <a:latin typeface="Arial"/>
          <a:ea typeface="Arial"/>
          <a:cs typeface="Arial"/>
        </a:font>
        <a:srgbClr val="000000"/>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F2CBD1"/>
          </a:solidFill>
        </a:fill>
      </a:tcStyle>
    </a:wholeTbl>
    <a:band2H>
      <a:tcTxStyle/>
      <a:tcStyle>
        <a:tcBdr/>
        <a:fill>
          <a:solidFill>
            <a:srgbClr val="F8E7E9"/>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firstRow>
  </a:tblStyle>
  <a:tblStyle styleId="{33BA23B1-9221-436E-865A-0063620EA4FD}" styleName="">
    <a:tblBg/>
    <a:wholeTbl>
      <a:tcTxStyle b="off" i="off">
        <a:font>
          <a:latin typeface="Arial"/>
          <a:ea typeface="Arial"/>
          <a:cs typeface="Arial"/>
        </a:font>
        <a:srgbClr val="000000"/>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CAD2ED"/>
          </a:solidFill>
        </a:fill>
      </a:tcStyle>
    </a:wholeTbl>
    <a:band2H>
      <a:tcTxStyle/>
      <a:tcStyle>
        <a:tcBdr/>
        <a:fill>
          <a:solidFill>
            <a:srgbClr val="E6EAF6"/>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firstRow>
  </a:tblStyle>
  <a:tblStyle styleId="{2708684C-4D16-4618-839F-0558EEFCDFE6}"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057894"/>
              <a:satOff val="4889"/>
              <a:lumOff val="-33725"/>
            </a:schemeClr>
          </a:solid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3">
              <a:hueOff val="-3600000"/>
              <a:lumOff val="3392"/>
            </a:schemeClr>
          </a:solid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hueOff val="1057894"/>
              <a:satOff val="4889"/>
              <a:lumOff val="-33725"/>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07a6f433d17467a" /><Relationship Type="http://schemas.openxmlformats.org/officeDocument/2006/relationships/slideMaster" Target="/ppt/slideMasters/slideMaster1.xml" Id="R9ccba0bc5eab465f" /><Relationship Type="http://schemas.openxmlformats.org/officeDocument/2006/relationships/notesMaster" Target="/ppt/notesMasters/notesMaster1.xml" Id="R9d788366138c413a" /><Relationship Type="http://schemas.openxmlformats.org/officeDocument/2006/relationships/presProps" Target="/ppt/presProps.xml" Id="Rb8dcbe2adc0544ad" /><Relationship Type="http://schemas.openxmlformats.org/officeDocument/2006/relationships/viewProps" Target="/ppt/viewProps.xml" Id="Rc07b1d0f2ef74746" /><Relationship Type="http://schemas.openxmlformats.org/officeDocument/2006/relationships/tableStyles" Target="/ppt/tableStyles.xml" Id="R01bb67e29f5a440f" /><Relationship Type="http://schemas.openxmlformats.org/officeDocument/2006/relationships/slide" Target="/ppt/slides/slide1.xml" Id="R4c99dde0b80845de" /><Relationship Type="http://schemas.openxmlformats.org/officeDocument/2006/relationships/slide" Target="/ppt/slides/slide2.xml" Id="R1f61cc88a0da49b2" /><Relationship Type="http://schemas.openxmlformats.org/officeDocument/2006/relationships/slide" Target="/ppt/slides/slide3.xml" Id="Rc66f51bab0a54890" /><Relationship Type="http://schemas.openxmlformats.org/officeDocument/2006/relationships/slide" Target="/ppt/slides/slide4.xml" Id="R9608845016834d71" /><Relationship Type="http://schemas.openxmlformats.org/officeDocument/2006/relationships/slide" Target="/ppt/slides/slide5.xml" Id="Rfdde9e981e4f4330" /><Relationship Type="http://schemas.openxmlformats.org/officeDocument/2006/relationships/slide" Target="/ppt/slides/slide6.xml" Id="R06f72e961acd489b" /><Relationship Type="http://schemas.openxmlformats.org/officeDocument/2006/relationships/slide" Target="/ppt/slides/slide7.xml" Id="R8f95b37faeb747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f0d92a232a46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rimary Presentation Layouts">
  <a:themeElements>
    <a:clrScheme name="UiPath colors">
      <a:dk1>
        <a:srgbClr val="172024"/>
      </a:dk1>
      <a:lt1>
        <a:srgbClr val="FFFFFF"/>
      </a:lt1>
      <a:dk2>
        <a:srgbClr val="9D9D9D"/>
      </a:dk2>
      <a:lt2>
        <a:srgbClr val="F6F6F6"/>
      </a:lt2>
      <a:accent1>
        <a:srgbClr val="FA4616"/>
      </a:accent1>
      <a:accent2>
        <a:srgbClr val="1E6482"/>
      </a:accent2>
      <a:accent3>
        <a:srgbClr val="A32200"/>
      </a:accent3>
      <a:accent4>
        <a:srgbClr val="0BA2B3"/>
      </a:accent4>
      <a:accent5>
        <a:srgbClr val="8B288A"/>
      </a:accent5>
      <a:accent6>
        <a:srgbClr val="FA7678"/>
      </a:accent6>
      <a:hlink>
        <a:srgbClr val="5BCBDE"/>
      </a:hlink>
      <a:folHlink>
        <a:srgbClr val="5BCBDE"/>
      </a:folHlink>
    </a:clrScheme>
    <a:fontScheme name="Primary Presentation Layouts">
      <a:majorFont>
        <a:latin typeface="Calibri"/>
        <a:ea typeface="Calibri"/>
        <a:cs typeface="Calibri"/>
      </a:majorFont>
      <a:minorFont>
        <a:latin typeface="Calibri"/>
        <a:ea typeface="Calibri"/>
        <a:cs typeface="Calibri"/>
      </a:minorFont>
    </a:fontScheme>
    <a:fmtScheme name="UiPath colors">
      <a:fillStyleLst>
        <a:solidFill>
          <a:schemeClr val="phClr"/>
        </a:solidFill>
        <a:solidFill>
          <a:schemeClr val="dk1"/>
        </a:solidFill>
        <a:solidFill>
          <a:schemeClr val="accent1"/>
        </a:soli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d3673549834b94" /><Relationship Type="http://schemas.openxmlformats.org/officeDocument/2006/relationships/notesMaster" Target="/ppt/notesMasters/notesMaster1.xml" Id="Rfe18bb11fae74b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38485024bc4f3b" /><Relationship Type="http://schemas.openxmlformats.org/officeDocument/2006/relationships/notesMaster" Target="/ppt/notesMasters/notesMaster1.xml" Id="R9465d3c6e7354d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6ea4c0f83e44bd" /><Relationship Type="http://schemas.openxmlformats.org/officeDocument/2006/relationships/notesMaster" Target="/ppt/notesMasters/notesMaster1.xml" Id="Ra81dc3686e3e4e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a78c4d753a4545" /><Relationship Type="http://schemas.openxmlformats.org/officeDocument/2006/relationships/notesMaster" Target="/ppt/notesMasters/notesMaster1.xml" Id="R87f9f898c6f541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19e1a5e5a24217" /><Relationship Type="http://schemas.openxmlformats.org/officeDocument/2006/relationships/notesMaster" Target="/ppt/notesMasters/notesMaster1.xml" Id="R3394b409a80949b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24ffede8634d37" /><Relationship Type="http://schemas.openxmlformats.org/officeDocument/2006/relationships/notesMaster" Target="/ppt/notesMasters/notesMaster1.xml" Id="Rd383cb467a3242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37f47bc7584046" /><Relationship Type="http://schemas.openxmlformats.org/officeDocument/2006/relationships/notesMaster" Target="/ppt/notesMasters/notesMaster1.xml" Id="Rc514d145dcca48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c22f5dba854a3a" /><Relationship Type="http://schemas.openxmlformats.org/officeDocument/2006/relationships/image" Target="/ppt/media/image2.emf" Id="R3ac8f902e5e84925" /><Relationship Type="http://schemas.openxmlformats.org/officeDocument/2006/relationships/image" Target="/ppt/media/image3.emf" Id="R9da85273f5184071" /><Relationship Type="http://schemas.openxmlformats.org/officeDocument/2006/relationships/image" Target="/ppt/media/image4.emf" Id="R977cea179f27454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08655775f894498" /><Relationship Type="http://schemas.openxmlformats.org/officeDocument/2006/relationships/image" Target="/ppt/media/image5.emf" Id="Re0596732c0e94670" /><Relationship Type="http://schemas.openxmlformats.org/officeDocument/2006/relationships/image" Target="/ppt/media/image.png" Id="Rb99af1b3b1fa401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1bc6b6cb04a436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ed574781eee44a1" /><Relationship Type="http://schemas.openxmlformats.org/officeDocument/2006/relationships/image" Target="/ppt/media/image4.emf" Id="R102893ad0e6146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7259613e3e34828" /><Relationship Type="http://schemas.openxmlformats.org/officeDocument/2006/relationships/image" Target="/ppt/media/image4.emf" Id="Rde2c0b5a6c4a4db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f342b41e778476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7df4abc50024c00" /><Relationship Type="http://schemas.openxmlformats.org/officeDocument/2006/relationships/image" Target="/ppt/media/image4.emf" Id="Raa6433e79f32476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4b99cf4bcad45b9" /><Relationship Type="http://schemas.openxmlformats.org/officeDocument/2006/relationships/image" Target="/ppt/media/image4.emf" Id="R58f9e756b1e0439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162feb2ea94464a" /><Relationship Type="http://schemas.openxmlformats.org/officeDocument/2006/relationships/image" Target="/ppt/media/image6.emf" Id="Rc310f7788a63421b" /><Relationship Type="http://schemas.openxmlformats.org/officeDocument/2006/relationships/image" Target="/ppt/media/image7.emf" Id="R9e2c5b6a91464254" /><Relationship Type="http://schemas.openxmlformats.org/officeDocument/2006/relationships/image" Target="/ppt/media/image2.png" Id="R992b33b1aeb74bf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592232a68e548a8" /><Relationship Type="http://schemas.openxmlformats.org/officeDocument/2006/relationships/image" Target="/ppt/media/image8.emf" Id="R618a9f86ed604d48" /><Relationship Type="http://schemas.openxmlformats.org/officeDocument/2006/relationships/image" Target="/ppt/media/image4.emf" Id="R2a1c952556f3416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bcce1536153431b" /><Relationship Type="http://schemas.openxmlformats.org/officeDocument/2006/relationships/image" Target="/ppt/media/image9.emf" Id="R3476260434b84d6d" /><Relationship Type="http://schemas.openxmlformats.org/officeDocument/2006/relationships/image" Target="/ppt/media/image4.emf" Id="Ra53b75615a99478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dcc01ff4befe4007" /><Relationship Type="http://schemas.openxmlformats.org/officeDocument/2006/relationships/image" Target="/ppt/media/image10.emf" Id="R8df277f868484a7c"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b97caed583e34c50" /><Relationship Type="http://schemas.openxmlformats.org/officeDocument/2006/relationships/image" Target="/ppt/media/image4.emf" Id="R75d8afa3790f4a97"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738f8d60f1cc4d6a" /><Relationship Type="http://schemas.openxmlformats.org/officeDocument/2006/relationships/image" Target="/ppt/media/image4.emf" Id="R24266c1187f442d8"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4b1b84fc4e05417e" /><Relationship Type="http://schemas.openxmlformats.org/officeDocument/2006/relationships/image" Target="/ppt/media/image4.emf" Id="Rd4a66b631c3f42f4"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40a93165ab134fa6" /><Relationship Type="http://schemas.openxmlformats.org/officeDocument/2006/relationships/image" Target="/ppt/media/image4.emf" Id="R1ec7a41bc17442bc"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3d6e4bbc7a5b4deb"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9354170205a6484a" /><Relationship Type="http://schemas.openxmlformats.org/officeDocument/2006/relationships/image" Target="/ppt/media/image3.png" Id="Rd2a56c3074fd43ba"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6f1981c6fe0f4e96" /><Relationship Type="http://schemas.openxmlformats.org/officeDocument/2006/relationships/image" Target="/ppt/media/image.emf" Id="R956769d345944db7" /><Relationship Type="http://schemas.openxmlformats.org/officeDocument/2006/relationships/image" Target="/ppt/media/image4.png" Id="Rb1a105ec8ce24514" /><Relationship Type="http://schemas.openxmlformats.org/officeDocument/2006/relationships/image" Target="/ppt/media/image3.png" Id="Rc69cf9f3e0c4441a"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0ecf4a51dd404152" /><Relationship Type="http://schemas.openxmlformats.org/officeDocument/2006/relationships/image" Target="/ppt/media/image4.emf" Id="R1a094e3e3d4642fd"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18a4b00acf7d4339" /><Relationship Type="http://schemas.openxmlformats.org/officeDocument/2006/relationships/image" Target="/ppt/media/image4.emf" Id="R6bcf4faec5e84955"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eb8e8c0d81ad4f62" /><Relationship Type="http://schemas.openxmlformats.org/officeDocument/2006/relationships/image" Target="/ppt/media/image5.png" Id="R53173caafefc45dd" /><Relationship Type="http://schemas.openxmlformats.org/officeDocument/2006/relationships/image" Target="/ppt/media/image4.emf" Id="Rf92157e10b3249b1" /></Relationships>
</file>

<file path=ppt/slideLayouts/slideLayout1.xml><?xml version="1.0" encoding="utf-8"?>
<p:sldLayout xmlns:p="http://schemas.openxmlformats.org/presentationml/2006/main" showMasterSp="0" preserve="1" userDrawn="1">
  <p:cSld name="Title Slide">
    <p:bg>
      <p:bgPr>
        <a:solidFill xmlns:a="http://schemas.openxmlformats.org/drawingml/2006/main">
          <a:schemeClr val="accent1"/>
        </a:solidFill>
      </p:bgPr>
    </p:bg>
    <p:spTree>
      <p:nvGrpSpPr>
        <p:cNvPr id="1" name=""/>
        <p:cNvGrpSpPr/>
        <p:nvPr/>
      </p:nvGrpSpPr>
      <p:grpSpPr>
        <a:xfrm xmlns:a="http://schemas.openxmlformats.org/drawingml/2006/main"/>
      </p:grpSpPr>
      <p:pic>
        <p:nvPicPr>
          <p:cNvPr id="1" name="Picture 5"/>
          <p:cNvPicPr>
            <a:picLocks xmlns:a="http://schemas.openxmlformats.org/drawingml/2006/main" noChangeAspect="1"/>
          </p:cNvPicPr>
          <p:nvPr/>
        </p:nvPicPr>
        <p:blipFill>
          <a:blip xmlns:r="http://schemas.openxmlformats.org/officeDocument/2006/relationships" xmlns:a="http://schemas.openxmlformats.org/drawingml/2006/main" r:embed="R3ac8f902e5e84925"/>
          <a:stretch xmlns:a="http://schemas.openxmlformats.org/drawingml/2006/main">
            <a:fillRect l="0" t="0" r="0" b="0"/>
          </a:stretch>
        </p:blipFill>
        <p:spPr>
          <a:xfrm xmlns:a="http://schemas.openxmlformats.org/drawingml/2006/main">
            <a:off x="10197670" y="5461000"/>
            <a:ext cx="1816100" cy="1206500"/>
          </a:xfrm>
          <a:prstGeom xmlns:a="http://schemas.openxmlformats.org/drawingml/2006/main" prst="rect">
            <a:avLst/>
          </a:prstGeom>
        </p:spPr>
      </p:pic>
      <p:pic>
        <p:nvPicPr>
          <p:cNvPr id="2" name="Picture 4"/>
          <p:cNvPicPr>
            <a:picLocks xmlns:a="http://schemas.openxmlformats.org/drawingml/2006/main" noChangeAspect="1"/>
          </p:cNvPicPr>
          <p:nvPr/>
        </p:nvPicPr>
        <p:blipFill>
          <a:blip xmlns:r="http://schemas.openxmlformats.org/officeDocument/2006/relationships" xmlns:a="http://schemas.openxmlformats.org/drawingml/2006/main" r:embed="R9da85273f5184071"/>
          <a:stretch xmlns:a="http://schemas.openxmlformats.org/drawingml/2006/main">
            <a:fillRect l="0" t="0" r="0" b="0"/>
          </a:stretch>
        </p:blipFill>
        <p:spPr>
          <a:xfrm xmlns:a="http://schemas.openxmlformats.org/drawingml/2006/main">
            <a:off x="165529" y="190499"/>
            <a:ext cx="1816100" cy="1206500"/>
          </a:xfrm>
          <a:prstGeom xmlns:a="http://schemas.openxmlformats.org/drawingml/2006/main" prst="rect">
            <a:avLst/>
          </a:prstGeom>
        </p:spPr>
      </p:pic>
      <p:sp>
        <p:nvSpPr>
          <p:cNvPr id="162" name="Text Placeholder 49">
            <a:extLst xmlns:a="http://schemas.openxmlformats.org/drawingml/2006/main">
              <a:ext uri="{FF2B5EF4-FFF2-40B4-BE49-F238E27FC236}">
                <a16:creationId xmlns:a16="http://schemas.microsoft.com/office/drawing/2014/main" id="{64C9E026-EAC7-4CC6-ADE1-C6FABE604E8E}"/>
              </a:ext>
            </a:extLst>
          </p:cNvPr>
          <p:cNvSpPr>
            <a:spLocks xmlns:a="http://schemas.openxmlformats.org/drawingml/2006/main" noGrp="1"/>
          </p:cNvSpPr>
          <p:nvPr/>
        </p:nvSpPr>
        <p:spPr>
          <a:xfrm xmlns:a="http://schemas.openxmlformats.org/drawingml/2006/main">
            <a:off x="3554946" y="4955133"/>
            <a:ext cx="2120057" cy="1"/>
          </a:xfrm>
          <a:custGeom xmlns:a="http://schemas.openxmlformats.org/drawingml/2006/main">
            <a:rect l="0" t="0" r="r" b="b"/>
            <a:pathLst>
              <a:path w="21600" h="0">
                <a:moveTo>
                  <a:pt x="0" y="0"/>
                </a:moveTo>
                <a:lnTo>
                  <a:pt x="21600" y="0"/>
                </a:lnTo>
                <a:lnTo>
                  <a:pt x="21600" y="0"/>
                </a:lnTo>
                <a:lnTo>
                  <a:pt x="0" y="0"/>
                </a:lnTo>
                <a:close/>
              </a:path>
            </a:pathLst>
          </a:cu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400">
                <a:solidFill>
                  <a:schemeClr val="accent3">
                    <a:lumOff val="3392"/>
                  </a:schemeClr>
                </a:solidFill>
              </a:defRPr>
            </a:lvl1pPr>
          </a:lstStyle>
          <a:p xmlns:a="http://schemas.openxmlformats.org/drawingml/2006/main">
            <a:r>
              <a:t> </a:t>
            </a:r>
          </a:p>
        </p:txBody>
      </p:sp>
      <p:sp>
        <p:nvSpPr>
          <p:cNvPr id="163" name="Rectangle">
            <a:extLst xmlns:a="http://schemas.openxmlformats.org/drawingml/2006/main">
              <a:ext uri="{FF2B5EF4-FFF2-40B4-BE49-F238E27FC236}">
                <a16:creationId xmlns:a16="http://schemas.microsoft.com/office/drawing/2014/main" id="{77182C2C-DC1C-4F1A-BCA7-021E60634BEE}"/>
              </a:ext>
            </a:extLst>
          </p:cNvPr>
          <p:cNvSpPr>
            <a:spLocks xmlns:a="http://schemas.openxmlformats.org/drawingml/2006/main" noGrp="1"/>
          </p:cNvSpPr>
          <p:nvPr/>
        </p:nvSpPr>
        <p:spPr>
          <a:xfrm xmlns:a="http://schemas.openxmlformats.org/drawingml/2006/main">
            <a:off x="165529" y="190499"/>
            <a:ext cx="11848241" cy="6477001"/>
          </a:xfrm>
          <a:prstGeom xmlns:a="http://schemas.openxmlformats.org/drawingml/2006/main" prst="rect">
            <a:avLst/>
          </a:prstGeom>
          <a:ln xmlns:a="http://schemas.openxmlformats.org/drawingml/2006/main">
            <a:solidFill>
              <a:schemeClr val="tx1"/>
            </a:solidFill>
          </a:ln>
        </p:spPr>
        <p:txBody>
          <a:bodyPr xmlns:a="http://schemas.openxmlformats.org/drawingml/2006/main" tIns="91439" bIns="91439" anchor="ctr"/>
          <a:lstStyle xmlns:a="http://schemas.openxmlformats.org/drawingml/2006/main"/>
          <a:p xmlns:a="http://schemas.openxmlformats.org/drawingml/2006/main">
            <a:pPr algn="ctr">
              <a:lnSpc>
                <a:spcPct val="100000"/>
              </a:lnSpc>
              <a:buNone/>
              <a:defRPr sz="2800">
                <a:solidFill>
                  <a:schemeClr val="accent3"/>
                </a:solidFill>
              </a:defRPr>
            </a:pPr>
          </a:p>
        </p:txBody>
      </p:sp>
      <p:sp>
        <p:nvSpPr>
          <p:cNvPr id="164" name="Presentation subtitle goes here.">
            <a:extLst xmlns:a="http://schemas.openxmlformats.org/drawingml/2006/main">
              <a:ext uri="{FF2B5EF4-FFF2-40B4-BE49-F238E27FC236}">
                <a16:creationId xmlns:a16="http://schemas.microsoft.com/office/drawing/2014/main" id="{10529D24-0B4C-41F2-8176-0F93B7CEFBBD}"/>
              </a:ext>
            </a:extLst>
          </p:cNvPr>
          <p:cNvSpPr>
            <a:spLocks xmlns:a="http://schemas.openxmlformats.org/drawingml/2006/main" noGrp="1"/>
          </p:cNvSpPr>
          <p:nvPr>
            <p:ph type="body" idx="21" hasCustomPrompt="1"/>
          </p:nvPr>
        </p:nvSpPr>
        <p:spPr>
          <a:xfrm xmlns:a="http://schemas.openxmlformats.org/drawingml/2006/main">
            <a:off x="640800" y="5850000"/>
            <a:ext cx="3818481" cy="630165"/>
          </a:xfrm>
          <a:prstGeom xmlns:a="http://schemas.openxmlformats.org/drawingml/2006/main" prst="rect">
            <a:avLst/>
          </a:prstGeom>
        </p:spPr>
        <p:txBody>
          <a:bodyPr xmlns:a="http://schemas.openxmlformats.org/drawingml/2006/main" lIns="0" tIns="0" rIns="0" bIns="0"/>
          <a:lstStyle xmlns:a="http://schemas.openxmlformats.org/drawingml/2006/main">
            <a:lvl1pPr>
              <a:lnSpc>
                <a:spcPts val="1000"/>
              </a:lnSpc>
              <a:spcBef>
                <a:spcPts val="0"/>
              </a:spcBef>
              <a:buNone/>
              <a:defRPr sz="700" spc="-25">
                <a:solidFill>
                  <a:srgbClr val="A32200"/>
                </a:solidFill>
              </a:defRPr>
            </a:lvl1pPr>
          </a:lstStyle>
          <a:p xmlns:a="http://schemas.openxmlformats.org/drawingml/2006/main">
            <a:r>
              <a:t>Presentation subtitle goes here.</a:t>
            </a:r>
          </a:p>
        </p:txBody>
      </p:sp>
      <p:sp>
        <p:nvSpPr>
          <p:cNvPr id="166" name="Presentation subtitle goes here.">
            <a:extLst xmlns:a="http://schemas.openxmlformats.org/drawingml/2006/main">
              <a:ext uri="{FF2B5EF4-FFF2-40B4-BE49-F238E27FC236}">
                <a16:creationId xmlns:a16="http://schemas.microsoft.com/office/drawing/2014/main" id="{FB73D3B5-A777-42C3-8E74-76C98C840FA1}"/>
              </a:ext>
            </a:extLst>
          </p:cNvPr>
          <p:cNvSpPr>
            <a:spLocks xmlns:a="http://schemas.openxmlformats.org/drawingml/2006/main" noGrp="1"/>
          </p:cNvSpPr>
          <p:nvPr>
            <p:ph type="body" idx="23" hasCustomPrompt="1"/>
          </p:nvPr>
        </p:nvSpPr>
        <p:spPr>
          <a:xfrm xmlns:a="http://schemas.openxmlformats.org/drawingml/2006/main">
            <a:off x="640800" y="4574120"/>
            <a:ext cx="8822225" cy="914427"/>
          </a:xfrm>
          <a:prstGeom xmlns:a="http://schemas.openxmlformats.org/drawingml/2006/main" prst="rect">
            <a:avLst/>
          </a:prstGeom>
        </p:spPr>
        <p:txBody>
          <a:bodyPr xmlns:a="http://schemas.openxmlformats.org/drawingml/2006/main" lIns="0" tIns="0" rIns="0" bIns="0"/>
          <a:lstStyle xmlns:a="http://schemas.openxmlformats.org/drawingml/2006/main">
            <a:lvl1pPr>
              <a:lnSpc>
                <a:spcPts val="2000"/>
              </a:lnSpc>
              <a:spcBef>
                <a:spcPts val="0"/>
              </a:spcBef>
              <a:buNone/>
              <a:defRPr sz="2000" spc="-71">
                <a:solidFill>
                  <a:schemeClr val="bg1"/>
                </a:solidFill>
              </a:defRPr>
            </a:lvl1pPr>
          </a:lstStyle>
          <a:p xmlns:a="http://schemas.openxmlformats.org/drawingml/2006/main">
            <a:r>
              <a:t>Presentation subtitle goes here.</a:t>
            </a:r>
          </a:p>
        </p:txBody>
      </p:sp>
      <p:sp>
        <p:nvSpPr>
          <p:cNvPr id="10" name="Subtitle 2">
            <a:extLst xmlns:a="http://schemas.openxmlformats.org/drawingml/2006/main">
              <a:ext uri="{FF2B5EF4-FFF2-40B4-BE49-F238E27FC236}">
                <a16:creationId xmlns:a16="http://schemas.microsoft.com/office/drawing/2014/main" id="{2F44458A-4D04-C6D0-24DA-103FE0768467}"/>
              </a:ext>
            </a:extLst>
          </p:cNvPr>
          <p:cNvSpPr>
            <a:spLocks xmlns:a="http://schemas.openxmlformats.org/drawingml/2006/main" noGrp="1"/>
          </p:cNvSpPr>
          <p:nvPr>
            <p:ph type="subTitle" idx="1" hasCustomPrompt="1"/>
          </p:nvPr>
        </p:nvSpPr>
        <p:spPr>
          <a:xfrm xmlns:a="http://schemas.openxmlformats.org/drawingml/2006/main">
            <a:off x="644227" y="2845823"/>
            <a:ext cx="8820000" cy="151323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marL="0" indent="0" algn="l">
              <a:lnSpc>
                <a:spcPts val="5500"/>
              </a:lnSpc>
              <a:spcBef>
                <a:spcPts val="800"/>
              </a:spcBef>
              <a:buNone/>
              <a:defRPr sz="6000" b="1" i="0" spc="-300">
                <a:solidFill>
                  <a:schemeClr val="tx1"/>
                </a:solidFill>
                <a:latin typeface="Arial"/>
                <a:ea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Presentation title</a:t>
            </a:r>
          </a:p>
          <a:p xmlns:a="http://schemas.openxmlformats.org/drawingml/2006/main">
            <a:r>
              <a:t>goes here.</a:t>
            </a:r>
          </a:p>
        </p:txBody>
      </p:sp>
      <p:pic>
        <p:nvPicPr>
          <p:cNvPr id="168" name="Picture 1"/>
          <p:cNvPicPr>
            <a:picLocks xmlns:a="http://schemas.openxmlformats.org/drawingml/2006/main" noChangeAspect="1"/>
          </p:cNvPicPr>
          <p:nvPr/>
        </p:nvPicPr>
        <p:blipFill>
          <a:blip xmlns:r="http://schemas.openxmlformats.org/officeDocument/2006/relationships" xmlns:a="http://schemas.openxmlformats.org/drawingml/2006/main" r:embed="R977cea179f27454c"/>
          <a:stretch xmlns:a="http://schemas.openxmlformats.org/drawingml/2006/main">
            <a:fillRect l="0" t="0" r="0" b="0"/>
          </a:stretch>
        </p:blipFill>
        <p:spPr>
          <a:xfrm xmlns:a="http://schemas.openxmlformats.org/drawingml/2006/main">
            <a:off x="10121449" y="507429"/>
            <a:ext cx="1496116" cy="748058"/>
          </a:xfrm>
          <a:prstGeom xmlns:a="http://schemas.openxmlformats.org/drawingml/2006/main" prst="rect">
            <a:avLst/>
          </a:prstGeom>
        </p:spPr>
      </p:pic>
    </p:spTree>
  </p:cSld>
</p:sldLayout>
</file>

<file path=ppt/slideLayouts/slideLayout2.xml><?xml version="1.0" encoding="utf-8"?>
<p:sldLayout xmlns:p="http://schemas.openxmlformats.org/presentationml/2006/main" showMasterSp="0" preserve="1" userDrawn="1">
  <p:cSld name="Section Header">
    <p:bg>
      <p:bgPr>
        <a:solidFill xmlns:a="http://schemas.openxmlformats.org/drawingml/2006/main">
          <a:srgbClr val="0BA2B3"/>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e0596732c0e94670"/>
          <a:stretch xmlns:a="http://schemas.openxmlformats.org/drawingml/2006/main">
            <a:fillRect l="0" t="0" r="0" b="0"/>
          </a:stretch>
        </p:blipFill>
        <p:spPr>
          <a:xfrm xmlns:a="http://schemas.openxmlformats.org/drawingml/2006/main">
            <a:off x="10489770" y="5461000"/>
            <a:ext cx="1524000" cy="1206500"/>
          </a:xfrm>
          <a:prstGeom xmlns:a="http://schemas.openxmlformats.org/drawingml/2006/main" prst="rect">
            <a:avLst/>
          </a:prstGeom>
        </p:spPr>
      </p:pic>
      <p:sp>
        <p:nvSpPr>
          <p:cNvPr id="402" name="Text Placeholder 49">
            <a:extLst xmlns:a="http://schemas.openxmlformats.org/drawingml/2006/main">
              <a:ext uri="{FF2B5EF4-FFF2-40B4-BE49-F238E27FC236}">
                <a16:creationId xmlns:a16="http://schemas.microsoft.com/office/drawing/2014/main" id="{0F48B462-D537-4C67-BD9B-5BF0E91DCB71}"/>
              </a:ext>
            </a:extLst>
          </p:cNvPr>
          <p:cNvSpPr>
            <a:spLocks xmlns:a="http://schemas.openxmlformats.org/drawingml/2006/main" noGrp="1"/>
          </p:cNvSpPr>
          <p:nvPr/>
        </p:nvSpPr>
        <p:spPr>
          <a:xfrm xmlns:a="http://schemas.openxmlformats.org/drawingml/2006/main">
            <a:off x="3554946" y="4955133"/>
            <a:ext cx="2120057" cy="1"/>
          </a:xfrm>
          <a:custGeom xmlns:a="http://schemas.openxmlformats.org/drawingml/2006/main">
            <a:rect l="0" t="0" r="r" b="b"/>
            <a:pathLst>
              <a:path w="21600" h="0">
                <a:moveTo>
                  <a:pt x="0" y="0"/>
                </a:moveTo>
                <a:lnTo>
                  <a:pt x="21600" y="0"/>
                </a:lnTo>
                <a:lnTo>
                  <a:pt x="21600" y="0"/>
                </a:lnTo>
                <a:lnTo>
                  <a:pt x="0" y="0"/>
                </a:lnTo>
                <a:close/>
              </a:path>
            </a:pathLst>
          </a:cu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400">
                <a:solidFill>
                  <a:schemeClr val="accent3">
                    <a:lumOff val="3392"/>
                  </a:schemeClr>
                </a:solidFill>
              </a:defRPr>
            </a:lvl1pPr>
          </a:lstStyle>
          <a:p xmlns:a="http://schemas.openxmlformats.org/drawingml/2006/main">
            <a:r>
              <a:t> </a:t>
            </a:r>
          </a:p>
        </p:txBody>
      </p:sp>
      <p:sp>
        <p:nvSpPr>
          <p:cNvPr id="404" name="Presentation subtitle goes here.">
            <a:extLst xmlns:a="http://schemas.openxmlformats.org/drawingml/2006/main">
              <a:ext uri="{FF2B5EF4-FFF2-40B4-BE49-F238E27FC236}">
                <a16:creationId xmlns:a16="http://schemas.microsoft.com/office/drawing/2014/main" id="{E74749C4-6D07-4D0A-8CC3-5741C246BD14}"/>
              </a:ext>
            </a:extLst>
          </p:cNvPr>
          <p:cNvSpPr>
            <a:spLocks xmlns:a="http://schemas.openxmlformats.org/drawingml/2006/main" noGrp="1"/>
          </p:cNvSpPr>
          <p:nvPr>
            <p:ph type="body" idx="22" hasCustomPrompt="1"/>
          </p:nvPr>
        </p:nvSpPr>
        <p:spPr>
          <a:xfrm xmlns:a="http://schemas.openxmlformats.org/drawingml/2006/main">
            <a:off x="640800" y="5886454"/>
            <a:ext cx="8280000" cy="451754"/>
          </a:xfrm>
          <a:prstGeom xmlns:a="http://schemas.openxmlformats.org/drawingml/2006/main" prst="rect">
            <a:avLst/>
          </a:prstGeom>
        </p:spPr>
        <p:txBody>
          <a:bodyPr xmlns:a="http://schemas.openxmlformats.org/drawingml/2006/main" lIns="0" tIns="0" rIns="0" bIns="0"/>
          <a:lstStyle xmlns:a="http://schemas.openxmlformats.org/drawingml/2006/main">
            <a:lvl1pPr>
              <a:lnSpc>
                <a:spcPts val="1500"/>
              </a:lnSpc>
              <a:spcBef>
                <a:spcPts val="0"/>
              </a:spcBef>
              <a:buNone/>
              <a:defRPr sz="1500" spc="-53">
                <a:solidFill>
                  <a:schemeClr val="bg1"/>
                </a:solidFill>
              </a:defRPr>
            </a:lvl1pPr>
          </a:lstStyle>
          <a:p xmlns:a="http://schemas.openxmlformats.org/drawingml/2006/main">
            <a:r>
              <a:t>Presentation subtitle goes here.</a:t>
            </a:r>
          </a:p>
        </p:txBody>
      </p:sp>
      <p:sp>
        <p:nvSpPr>
          <p:cNvPr id="411" name="Rectangle">
            <a:extLst xmlns:a="http://schemas.openxmlformats.org/drawingml/2006/main">
              <a:ext uri="{FF2B5EF4-FFF2-40B4-BE49-F238E27FC236}">
                <a16:creationId xmlns:a16="http://schemas.microsoft.com/office/drawing/2014/main" id="{6BF73970-0F7C-4574-865C-F552C6303E27}"/>
              </a:ext>
            </a:extLst>
          </p:cNvPr>
          <p:cNvSpPr>
            <a:spLocks xmlns:a="http://schemas.openxmlformats.org/drawingml/2006/main" noGrp="1"/>
          </p:cNvSpPr>
          <p:nvPr/>
        </p:nvSpPr>
        <p:spPr>
          <a:xfrm xmlns:a="http://schemas.openxmlformats.org/drawingml/2006/main">
            <a:off x="165529" y="190499"/>
            <a:ext cx="11848241" cy="6477001"/>
          </a:xfrm>
          <a:prstGeom xmlns:a="http://schemas.openxmlformats.org/drawingml/2006/main" prst="rect">
            <a:avLst/>
          </a:prstGeom>
          <a:ln xmlns:a="http://schemas.openxmlformats.org/drawingml/2006/main">
            <a:solidFill>
              <a:schemeClr val="tx1"/>
            </a:solidFill>
          </a:ln>
        </p:spPr>
        <p:txBody>
          <a:bodyPr xmlns:a="http://schemas.openxmlformats.org/drawingml/2006/main" tIns="91439" bIns="91439" anchor="ctr"/>
          <a:lstStyle xmlns:a="http://schemas.openxmlformats.org/drawingml/2006/main"/>
          <a:p xmlns:a="http://schemas.openxmlformats.org/drawingml/2006/main">
            <a:pPr algn="ctr">
              <a:lnSpc>
                <a:spcPct val="100000"/>
              </a:lnSpc>
              <a:buNone/>
              <a:defRPr sz="2800">
                <a:solidFill>
                  <a:schemeClr val="accent3"/>
                </a:solidFill>
              </a:defRPr>
            </a:pPr>
          </a:p>
        </p:txBody>
      </p:sp>
      <p:sp>
        <p:nvSpPr>
          <p:cNvPr id="2" name="Title 1">
            <a:extLst xmlns:a="http://schemas.openxmlformats.org/drawingml/2006/main">
              <a:ext uri="{FF2B5EF4-FFF2-40B4-BE49-F238E27FC236}">
                <a16:creationId xmlns:a16="http://schemas.microsoft.com/office/drawing/2014/main" id="{C47FAC7F-2270-BA58-47C4-1CCA98AFDC48}"/>
              </a:ext>
            </a:extLst>
          </p:cNvPr>
          <p:cNvSpPr>
            <a:spLocks xmlns:a="http://schemas.openxmlformats.org/drawingml/2006/main" noGrp="1"/>
          </p:cNvSpPr>
          <p:nvPr>
            <p:ph type="title" idx="0" hasCustomPrompt="1"/>
          </p:nvPr>
        </p:nvSpPr>
        <p:spPr>
          <a:xfrm xmlns:a="http://schemas.openxmlformats.org/drawingml/2006/main">
            <a:off x="640800" y="4843803"/>
            <a:ext cx="8280000" cy="1037888"/>
          </a:xfrm>
          <a:prstGeom xmlns:a="http://schemas.openxmlformats.org/drawingml/2006/main" prst="rect">
            <a:avLst/>
          </a:prstGeom>
        </p:spPr>
        <p:txBody>
          <a:bodyPr xmlns:a="http://schemas.openxmlformats.org/drawingml/2006/main" lIns="0" tIns="0" rIns="0" bIns="0"/>
          <a:lstStyle xmlns:a="http://schemas.openxmlformats.org/drawingml/2006/main">
            <a:lvl1pPr>
              <a:lnSpc>
                <a:spcPts val="4000"/>
              </a:lnSpc>
              <a:spcBef>
                <a:spcPts val="0"/>
              </a:spcBef>
              <a:buNone/>
              <a:defRPr sz="4000" spc="-220">
                <a:solidFill>
                  <a:srgbClr val="FFFFFF"/>
                </a:solidFill>
              </a:defRPr>
            </a:lvl1pPr>
          </a:lstStyle>
          <a:p xmlns:a="http://schemas.openxmlformats.org/drawingml/2006/main">
            <a:r>
              <a:t>Presentation title goes here</a:t>
            </a:r>
            <a:br/>
            <a:r>
              <a:t>in maximum 2 lines.</a:t>
            </a:r>
          </a:p>
        </p:txBody>
      </p:sp>
      <p:pic>
        <p:nvPicPr>
          <p:cNvPr id="413" name="Picture 5"/>
          <p:cNvPicPr>
            <a:picLocks xmlns:a="http://schemas.openxmlformats.org/drawingml/2006/main" noChangeAspect="1"/>
          </p:cNvPicPr>
          <p:nvPr/>
        </p:nvPicPr>
        <p:blipFill>
          <a:blip xmlns:r="http://schemas.openxmlformats.org/officeDocument/2006/relationships" xmlns:a="http://schemas.openxmlformats.org/drawingml/2006/main" r:embed="Rb99af1b3b1fa401c"/>
          <a:srcRect xmlns:a="http://schemas.openxmlformats.org/drawingml/2006/main" l="0" t="0" r="0" b="0"/>
          <a:stretch xmlns:a="http://schemas.openxmlformats.org/drawingml/2006/main"/>
        </p:blipFill>
        <p:spPr>
          <a:xfrm xmlns:a="http://schemas.openxmlformats.org/drawingml/2006/main">
            <a:off x="10616196" y="435122"/>
            <a:ext cx="1116970" cy="363664"/>
          </a:xfrm>
          <a:prstGeom xmlns:a="http://schemas.openxmlformats.org/drawingml/2006/main" prst="rect">
            <a:avLst/>
          </a:prstGeom>
        </p:spPr>
      </p:pic>
    </p:spTree>
  </p:cSld>
</p:sldLayout>
</file>

<file path=ppt/slideLayouts/slideLayout3.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32CE473-5689-D388-CADC-2FF6411A555B}"/>
              </a:ext>
            </a:extLst>
          </p:cNvPr>
          <p:cNvSpPr>
            <a:spLocks xmlns:a="http://schemas.openxmlformats.org/drawingml/2006/main" noGrp="1"/>
          </p:cNvSpPr>
          <p:nvPr>
            <p:ph type="title" idx="0" hasCustomPrompt="1"/>
          </p:nvPr>
        </p:nvSpPr>
        <p:spPr/>
        <p:txBody>
          <a:bodyPr xmlns:a="http://schemas.openxmlformats.org/drawingml/2006/main" wrap="square"/>
          <a:lstStyle xmlns:a="http://schemas.openxmlformats.org/drawingml/2006/main">
            <a:lvl1pPr>
              <a:buNone/>
              <a:defRPr>
                <a:solidFill>
                  <a:schemeClr val="bg1"/>
                </a:solidFill>
              </a:defRPr>
            </a:lvl1pPr>
          </a:lstStyle>
          <a:p xmlns:a="http://schemas.openxmlformats.org/drawingml/2006/main">
            <a:r>
              <a:t>Headline goes here. Maximum in 2 lines.</a:t>
            </a:r>
            <a:br/>
            <a:r>
              <a:t>All headlines should be sentence case.</a:t>
            </a:r>
          </a:p>
        </p:txBody>
      </p:sp>
      <p:sp>
        <p:nvSpPr>
          <p:cNvPr id="3" name="Slide Number Placeholder 2">
            <a:extLst xmlns:a="http://schemas.openxmlformats.org/drawingml/2006/main">
              <a:ext uri="{FF2B5EF4-FFF2-40B4-BE49-F238E27FC236}">
                <a16:creationId xmlns:a16="http://schemas.microsoft.com/office/drawing/2014/main" id="{5E58C377-31E1-B6AF-B5CB-DB6A8E4A721F}"/>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86CB4B4D-7CA3-9044-876B-883B54F8677D}" type="slidenum">
              <a:t>‹#›</a:t>
            </a:fld>
          </a:p>
        </p:txBody>
      </p:sp>
      <p:sp>
        <p:nvSpPr>
          <p:cNvPr id="6" name="Text Placeholder 3">
            <a:extLst xmlns:a="http://schemas.openxmlformats.org/drawingml/2006/main">
              <a:ext uri="{FF2B5EF4-FFF2-40B4-BE49-F238E27FC236}">
                <a16:creationId xmlns:a16="http://schemas.microsoft.com/office/drawing/2014/main" id="{D3833682-F29A-7019-93CC-CF5F9A6F20EE}"/>
              </a:ext>
            </a:extLst>
          </p:cNvPr>
          <p:cNvSpPr>
            <a:spLocks xmlns:a="http://schemas.openxmlformats.org/drawingml/2006/main" noGrp="1"/>
          </p:cNvSpPr>
          <p:nvPr>
            <p:ph type="body" idx="15" hasCustomPrompt="1"/>
          </p:nvPr>
        </p:nvSpPr>
        <p:spPr>
          <a:xfrm xmlns:a="http://schemas.openxmlformats.org/drawingml/2006/main">
            <a:off x="360000" y="1440000"/>
            <a:ext cx="9000000" cy="3600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a:lnSpc>
                <a:spcPts val="2200"/>
              </a:lnSpc>
              <a:spcBef>
                <a:spcPts val="0"/>
              </a:spcBef>
              <a:buNone/>
              <a:defRPr sz="2200" b="1" spc="-40">
                <a:solidFill>
                  <a:schemeClr val="bg1"/>
                </a:solidFill>
              </a:defRPr>
            </a:lvl1pPr>
            <a:lvl2pPr marL="0" indent="-104400">
              <a:lnSpc>
                <a:spcPts val="1600"/>
              </a:lnSpc>
              <a:spcBef>
                <a:spcPts val="1000"/>
              </a:spcBef>
              <a:buNone/>
              <a:defRPr sz="1200" b="0" spc="-40">
                <a:solidFill>
                  <a:srgbClr val="172325"/>
                </a:solidFill>
              </a:defRPr>
            </a:lvl2pPr>
            <a:lvl3pPr marL="273600" indent="-104400">
              <a:lnSpc>
                <a:spcPts val="1600"/>
              </a:lnSpc>
              <a:spcBef>
                <a:spcPts val="1000"/>
              </a:spcBef>
              <a:buChar char="•"/>
              <a:defRPr sz="1200" spc="-40">
                <a:solidFill>
                  <a:schemeClr val="bg1"/>
                </a:solidFill>
              </a:defRPr>
            </a:lvl3pPr>
            <a:lvl4pPr marL="339147" indent="0">
              <a:buNone/>
              <a:defRPr>
                <a:solidFill>
                  <a:srgbClr val="172325"/>
                </a:solidFill>
              </a:defRPr>
            </a:lvl4pPr>
            <a:lvl5pPr marL="513137" indent="0">
              <a:buNone/>
              <a:defRPr>
                <a:solidFill>
                  <a:srgbClr val="172325"/>
                </a:solidFill>
              </a:defRPr>
            </a:lvl5pPr>
            <a:lvl6pPr marL="730800">
              <a:buNone/>
              <a:defRPr>
                <a:solidFill>
                  <a:srgbClr val="FFFFFF"/>
                </a:solidFill>
              </a:defRPr>
            </a:lvl6pPr>
          </a:lstStyle>
          <a:p xmlns:a="http://schemas.openxmlformats.org/drawingml/2006/main">
            <a:pPr>
              <a:buNone/>
            </a:pPr>
            <a:r>
              <a:t>Subtitle</a:t>
            </a:r>
          </a:p>
          <a:p xmlns:a="http://schemas.openxmlformats.org/drawingml/2006/main">
            <a:pPr>
              <a:buNone/>
            </a:pPr>
          </a:p>
        </p:txBody>
      </p:sp>
      <p:sp>
        <p:nvSpPr>
          <p:cNvPr id="11" name="Content Placeholder 2">
            <a:extLst xmlns:a="http://schemas.openxmlformats.org/drawingml/2006/main">
              <a:ext uri="{FF2B5EF4-FFF2-40B4-BE49-F238E27FC236}">
                <a16:creationId xmlns:a16="http://schemas.microsoft.com/office/drawing/2014/main" id="{E3D24A5C-25E7-EC55-F88D-6ED9476B84A5}"/>
              </a:ext>
            </a:extLst>
          </p:cNvPr>
          <p:cNvSpPr>
            <a:spLocks xmlns:a="http://schemas.openxmlformats.org/drawingml/2006/main" noGrp="1"/>
          </p:cNvSpPr>
          <p:nvPr>
            <p:ph idx="16"/>
          </p:nvPr>
        </p:nvSpPr>
        <p:spPr>
          <a:xfrm xmlns:a="http://schemas.openxmlformats.org/drawingml/2006/main">
            <a:off x="360000" y="1799999"/>
            <a:ext cx="9000000" cy="4320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Tree>
  </p:cSld>
</p:sldLayout>
</file>

<file path=ppt/slideLayouts/slideLayout4.xml><?xml version="1.0" encoding="utf-8"?>
<p:sldLayout xmlns:p="http://schemas.openxmlformats.org/presentationml/2006/main" showMasterSp="0" preserve="1" userDrawn="1">
  <p:cSld name="Title and Content Dark">
    <p:bg>
      <p:bgPr>
        <a:solidFill xmlns:a="http://schemas.openxmlformats.org/drawingml/2006/main">
          <a:schemeClr val="accent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32CE473-5689-D388-CADC-2FF6411A555B}"/>
              </a:ext>
            </a:extLst>
          </p:cNvPr>
          <p:cNvSpPr>
            <a:spLocks xmlns:a="http://schemas.openxmlformats.org/drawingml/2006/main" noGrp="1"/>
          </p:cNvSpPr>
          <p:nvPr>
            <p:ph type="title" idx="0" hasCustomPrompt="1"/>
          </p:nvPr>
        </p:nvSpPr>
        <p:spPr/>
        <p:txBody>
          <a:bodyPr xmlns:a="http://schemas.openxmlformats.org/drawingml/2006/main" wrap="square"/>
          <a:lstStyle xmlns:a="http://schemas.openxmlformats.org/drawingml/2006/main">
            <a:lvl1pPr>
              <a:buNone/>
              <a:defRPr>
                <a:solidFill>
                  <a:srgbClr val="FFFFFF"/>
                </a:solidFill>
              </a:defRPr>
            </a:lvl1pPr>
          </a:lstStyle>
          <a:p xmlns:a="http://schemas.openxmlformats.org/drawingml/2006/main">
            <a:r>
              <a:t>Headline goes here. Maximum in 2 lines.</a:t>
            </a:r>
            <a:br/>
            <a:r>
              <a:t>All headlines should be sentence case.</a:t>
            </a:r>
          </a:p>
        </p:txBody>
      </p:sp>
      <p:sp>
        <p:nvSpPr>
          <p:cNvPr id="3" name="Slide Number Placeholder 2">
            <a:extLst xmlns:a="http://schemas.openxmlformats.org/drawingml/2006/main">
              <a:ext uri="{FF2B5EF4-FFF2-40B4-BE49-F238E27FC236}">
                <a16:creationId xmlns:a16="http://schemas.microsoft.com/office/drawing/2014/main" id="{5E58C377-31E1-B6AF-B5CB-DB6A8E4A721F}"/>
              </a:ext>
            </a:extLst>
          </p:cNvPr>
          <p:cNvSpPr>
            <a:spLocks xmlns:a="http://schemas.openxmlformats.org/drawingml/2006/main" noGrp="1"/>
          </p:cNvSpPr>
          <p:nvPr>
            <p:ph type="sldNum" idx="10"/>
          </p:nvPr>
        </p:nvSpPr>
        <p:spPr>
          <a:xfrm xmlns:a="http://schemas.openxmlformats.org/drawingml/2006/main">
            <a:off x="11574470" y="6480000"/>
            <a:ext cx="157094" cy="153888"/>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86CB4B4D-7CA3-9044-876B-883B54F8677D}" type="slidenum">
              <a:t>‹#›</a:t>
            </a:fld>
          </a:p>
        </p:txBody>
      </p:sp>
      <p:sp>
        <p:nvSpPr>
          <p:cNvPr id="6" name="Text Placeholder 3">
            <a:extLst xmlns:a="http://schemas.openxmlformats.org/drawingml/2006/main">
              <a:ext uri="{FF2B5EF4-FFF2-40B4-BE49-F238E27FC236}">
                <a16:creationId xmlns:a16="http://schemas.microsoft.com/office/drawing/2014/main" id="{D3833682-F29A-7019-93CC-CF5F9A6F20EE}"/>
              </a:ext>
            </a:extLst>
          </p:cNvPr>
          <p:cNvSpPr>
            <a:spLocks xmlns:a="http://schemas.openxmlformats.org/drawingml/2006/main" noGrp="1"/>
          </p:cNvSpPr>
          <p:nvPr>
            <p:ph type="body" idx="15" hasCustomPrompt="1"/>
          </p:nvPr>
        </p:nvSpPr>
        <p:spPr>
          <a:xfrm xmlns:a="http://schemas.openxmlformats.org/drawingml/2006/main">
            <a:off x="360000" y="1440000"/>
            <a:ext cx="9000000" cy="3600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a:lnSpc>
                <a:spcPts val="2200"/>
              </a:lnSpc>
              <a:spcBef>
                <a:spcPts val="0"/>
              </a:spcBef>
              <a:buNone/>
              <a:defRPr sz="2200" b="1" spc="-40">
                <a:solidFill>
                  <a:srgbClr val="FFFFFF"/>
                </a:solidFill>
              </a:defRPr>
            </a:lvl1pPr>
            <a:lvl2pPr marL="0" indent="-104400">
              <a:lnSpc>
                <a:spcPts val="1600"/>
              </a:lnSpc>
              <a:spcBef>
                <a:spcPts val="1000"/>
              </a:spcBef>
              <a:buNone/>
              <a:defRPr sz="1200" b="0" spc="-40">
                <a:solidFill>
                  <a:srgbClr val="172325"/>
                </a:solidFill>
              </a:defRPr>
            </a:lvl2pPr>
            <a:lvl3pPr marL="273600" indent="-104400">
              <a:lnSpc>
                <a:spcPts val="1600"/>
              </a:lnSpc>
              <a:spcBef>
                <a:spcPts val="1000"/>
              </a:spcBef>
              <a:buChar char="•"/>
              <a:defRPr sz="1200" spc="-40">
                <a:solidFill>
                  <a:srgbClr val="FFFFFF"/>
                </a:solidFill>
              </a:defRPr>
            </a:lvl3pPr>
            <a:lvl4pPr marL="339147" indent="0">
              <a:buNone/>
              <a:defRPr>
                <a:solidFill>
                  <a:srgbClr val="172325"/>
                </a:solidFill>
              </a:defRPr>
            </a:lvl4pPr>
            <a:lvl5pPr marL="513137" indent="0">
              <a:buNone/>
              <a:defRPr>
                <a:solidFill>
                  <a:srgbClr val="172325"/>
                </a:solidFill>
              </a:defRPr>
            </a:lvl5pPr>
            <a:lvl6pPr marL="730800">
              <a:buNone/>
              <a:defRPr>
                <a:solidFill>
                  <a:srgbClr val="FFFFFF"/>
                </a:solidFill>
              </a:defRPr>
            </a:lvl6pPr>
          </a:lstStyle>
          <a:p xmlns:a="http://schemas.openxmlformats.org/drawingml/2006/main">
            <a:pPr>
              <a:buNone/>
            </a:pPr>
            <a:r>
              <a:t>Subtitle</a:t>
            </a:r>
          </a:p>
          <a:p xmlns:a="http://schemas.openxmlformats.org/drawingml/2006/main">
            <a:pPr>
              <a:buNone/>
            </a:pPr>
          </a:p>
        </p:txBody>
      </p:sp>
      <p:sp>
        <p:nvSpPr>
          <p:cNvPr id="11" name="Content Placeholder 2">
            <a:extLst xmlns:a="http://schemas.openxmlformats.org/drawingml/2006/main">
              <a:ext uri="{FF2B5EF4-FFF2-40B4-BE49-F238E27FC236}">
                <a16:creationId xmlns:a16="http://schemas.microsoft.com/office/drawing/2014/main" id="{E3D24A5C-25E7-EC55-F88D-6ED9476B84A5}"/>
              </a:ext>
            </a:extLst>
          </p:cNvPr>
          <p:cNvSpPr>
            <a:spLocks xmlns:a="http://schemas.openxmlformats.org/drawingml/2006/main" noGrp="1"/>
          </p:cNvSpPr>
          <p:nvPr>
            <p:ph idx="16"/>
          </p:nvPr>
        </p:nvSpPr>
        <p:spPr>
          <a:xfrm xmlns:a="http://schemas.openxmlformats.org/drawingml/2006/main">
            <a:off x="360000" y="1799999"/>
            <a:ext cx="9000000" cy="4320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lvl1pPr>
              <a:buNone/>
              <a:defRPr>
                <a:solidFill>
                  <a:srgbClr val="FFFFFF"/>
                </a:solidFill>
              </a:defRPr>
            </a:lvl1pPr>
            <a:lvl2pPr>
              <a:buNone/>
              <a:defRPr>
                <a:solidFill>
                  <a:srgbClr val="FFFFFF"/>
                </a:solidFill>
              </a:defRPr>
            </a:lvl2pPr>
            <a:lvl3pPr>
              <a:buNone/>
              <a:defRPr>
                <a:solidFill>
                  <a:srgbClr val="FFFFFF"/>
                </a:solidFill>
              </a:defRPr>
            </a:lvl3pPr>
            <a:lvl4pPr>
              <a:buNone/>
              <a:defRPr>
                <a:solidFill>
                  <a:srgbClr val="FFFFFF"/>
                </a:solidFill>
              </a:defRPr>
            </a:lvl4pPr>
            <a:lvl5pPr>
              <a:buNone/>
              <a:defRPr>
                <a:solidFill>
                  <a:srgbClr val="FFFFFF"/>
                </a:solidFill>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Rectangle 26">
            <a:extLst xmlns:a="http://schemas.openxmlformats.org/drawingml/2006/main">
              <a:ext uri="{FF2B5EF4-FFF2-40B4-BE49-F238E27FC236}">
                <a16:creationId xmlns:a16="http://schemas.microsoft.com/office/drawing/2014/main" id="{1AF881B0-6E18-8D27-53FB-8E78FA3095F7}"/>
              </a:ext>
            </a:extLst>
          </p:cNvPr>
          <p:cNvSpPr>
            <a:spLocks xmlns:a="http://schemas.openxmlformats.org/drawingml/2006/main" noGrp="1"/>
          </p:cNvSpPr>
          <p:nvPr/>
        </p:nvSpPr>
        <p:spPr>
          <a:xfrm xmlns:a="http://schemas.openxmlformats.org/drawingml/2006/main">
            <a:off x="500" y="6761481"/>
            <a:ext cx="12178800" cy="96520"/>
          </a:xfrm>
          <a:prstGeom xmlns:a="http://schemas.openxmlformats.org/drawingml/2006/main" prst="rect">
            <a:avLst/>
          </a:prstGeom>
          <a:solidFill xmlns:a="http://schemas.openxmlformats.org/drawingml/2006/main">
            <a:schemeClr val="accent4"/>
          </a:solidFill>
          <a:ln xmlns:a="http://schemas.openxmlformats.org/drawingml/2006/main" w="12700"/>
        </p:spPr>
        <p:txBody>
          <a:bodyPr xmlns:a="http://schemas.openxmlformats.org/drawingml/2006/main" tIns="91439" bIns="91439" anchor="ctr"/>
          <a:lstStyle xmlns:a="http://schemas.openxmlformats.org/drawingml/2006/main"/>
          <a:p xmlns:a="http://schemas.openxmlformats.org/drawingml/2006/main">
            <a:pPr algn="ctr">
              <a:lnSpc>
                <a:spcPct val="100000"/>
              </a:lnSpc>
              <a:buNone/>
              <a:defRPr sz="2800">
                <a:solidFill>
                  <a:schemeClr val="accent3">
                    <a:lumOff val="3392"/>
                  </a:schemeClr>
                </a:solidFill>
              </a:defRPr>
            </a:pPr>
          </a:p>
        </p:txBody>
      </p:sp>
      <p:pic>
        <p:nvPicPr>
          <p:cNvPr id="13" name="Picture 3"/>
          <p:cNvPicPr>
            <a:picLocks xmlns:a="http://schemas.openxmlformats.org/drawingml/2006/main" noChangeAspect="1"/>
          </p:cNvPicPr>
          <p:nvPr/>
        </p:nvPicPr>
        <p:blipFill>
          <a:blip xmlns:r="http://schemas.openxmlformats.org/officeDocument/2006/relationships" xmlns:a="http://schemas.openxmlformats.org/drawingml/2006/main" r:embed="R102893ad0e614603"/>
          <a:stretch xmlns:a="http://schemas.openxmlformats.org/drawingml/2006/main">
            <a:fillRect l="0" t="0" r="0" b="0"/>
          </a:stretch>
        </p:blipFill>
        <p:spPr>
          <a:xfrm xmlns:a="http://schemas.openxmlformats.org/drawingml/2006/main">
            <a:off x="10897966" y="362285"/>
            <a:ext cx="835200" cy="417600"/>
          </a:xfrm>
          <a:prstGeom xmlns:a="http://schemas.openxmlformats.org/drawingml/2006/main" prst="rect">
            <a:avLst/>
          </a:prstGeom>
        </p:spPr>
      </p:pic>
    </p:spTree>
  </p:cSld>
</p:sldLayout>
</file>

<file path=ppt/slideLayouts/slideLayout5.xml><?xml version="1.0" encoding="utf-8"?>
<p:sldLayout xmlns:p="http://schemas.openxmlformats.org/presentationml/2006/main" showMasterSp="0" preserve="1" userDrawn="1">
  <p:cSld name="1_Title and Content Teal">
    <p:bg>
      <p:bgPr>
        <a:solidFill xmlns:a="http://schemas.openxmlformats.org/drawingml/2006/main">
          <a:schemeClr val="accent4"/>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32CE473-5689-D388-CADC-2FF6411A555B}"/>
              </a:ext>
            </a:extLst>
          </p:cNvPr>
          <p:cNvSpPr>
            <a:spLocks xmlns:a="http://schemas.openxmlformats.org/drawingml/2006/main" noGrp="1"/>
          </p:cNvSpPr>
          <p:nvPr>
            <p:ph type="title" idx="0" hasCustomPrompt="1"/>
          </p:nvPr>
        </p:nvSpPr>
        <p:spPr/>
        <p:txBody>
          <a:bodyPr xmlns:a="http://schemas.openxmlformats.org/drawingml/2006/main" wrap="square"/>
          <a:lstStyle xmlns:a="http://schemas.openxmlformats.org/drawingml/2006/main">
            <a:lvl1pPr>
              <a:buNone/>
              <a:defRPr>
                <a:solidFill>
                  <a:srgbClr val="FFFFFF"/>
                </a:solidFill>
              </a:defRPr>
            </a:lvl1pPr>
          </a:lstStyle>
          <a:p xmlns:a="http://schemas.openxmlformats.org/drawingml/2006/main">
            <a:r>
              <a:t>Headline goes here. Maximum in 2 lines.</a:t>
            </a:r>
            <a:br/>
            <a:r>
              <a:t>All headlines should be sentence case.</a:t>
            </a:r>
          </a:p>
        </p:txBody>
      </p:sp>
      <p:sp>
        <p:nvSpPr>
          <p:cNvPr id="3" name="Slide Number Placeholder 2">
            <a:extLst xmlns:a="http://schemas.openxmlformats.org/drawingml/2006/main">
              <a:ext uri="{FF2B5EF4-FFF2-40B4-BE49-F238E27FC236}">
                <a16:creationId xmlns:a16="http://schemas.microsoft.com/office/drawing/2014/main" id="{5E58C377-31E1-B6AF-B5CB-DB6A8E4A721F}"/>
              </a:ext>
            </a:extLst>
          </p:cNvPr>
          <p:cNvSpPr>
            <a:spLocks xmlns:a="http://schemas.openxmlformats.org/drawingml/2006/main" noGrp="1"/>
          </p:cNvSpPr>
          <p:nvPr>
            <p:ph type="sldNum" idx="10"/>
          </p:nvPr>
        </p:nvSpPr>
        <p:spPr>
          <a:xfrm xmlns:a="http://schemas.openxmlformats.org/drawingml/2006/main">
            <a:off x="11574470" y="6480000"/>
            <a:ext cx="157094" cy="153888"/>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86CB4B4D-7CA3-9044-876B-883B54F8677D}" type="slidenum">
              <a:t>‹#›</a:t>
            </a:fld>
          </a:p>
        </p:txBody>
      </p:sp>
      <p:sp>
        <p:nvSpPr>
          <p:cNvPr id="6" name="Text Placeholder 3">
            <a:extLst xmlns:a="http://schemas.openxmlformats.org/drawingml/2006/main">
              <a:ext uri="{FF2B5EF4-FFF2-40B4-BE49-F238E27FC236}">
                <a16:creationId xmlns:a16="http://schemas.microsoft.com/office/drawing/2014/main" id="{D3833682-F29A-7019-93CC-CF5F9A6F20EE}"/>
              </a:ext>
            </a:extLst>
          </p:cNvPr>
          <p:cNvSpPr>
            <a:spLocks xmlns:a="http://schemas.openxmlformats.org/drawingml/2006/main" noGrp="1"/>
          </p:cNvSpPr>
          <p:nvPr>
            <p:ph type="body" idx="15" hasCustomPrompt="1"/>
          </p:nvPr>
        </p:nvSpPr>
        <p:spPr>
          <a:xfrm xmlns:a="http://schemas.openxmlformats.org/drawingml/2006/main">
            <a:off x="360000" y="1440000"/>
            <a:ext cx="9000000" cy="3600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a:lnSpc>
                <a:spcPts val="2200"/>
              </a:lnSpc>
              <a:spcBef>
                <a:spcPts val="0"/>
              </a:spcBef>
              <a:buNone/>
              <a:defRPr sz="2200" b="1" spc="-40">
                <a:solidFill>
                  <a:srgbClr val="FFFFFF"/>
                </a:solidFill>
              </a:defRPr>
            </a:lvl1pPr>
            <a:lvl2pPr marL="0" indent="-104400">
              <a:lnSpc>
                <a:spcPts val="1600"/>
              </a:lnSpc>
              <a:spcBef>
                <a:spcPts val="1000"/>
              </a:spcBef>
              <a:buNone/>
              <a:defRPr sz="1200" b="0" spc="-40">
                <a:solidFill>
                  <a:srgbClr val="172325"/>
                </a:solidFill>
              </a:defRPr>
            </a:lvl2pPr>
            <a:lvl3pPr marL="273600" indent="-104400">
              <a:lnSpc>
                <a:spcPts val="1600"/>
              </a:lnSpc>
              <a:spcBef>
                <a:spcPts val="1000"/>
              </a:spcBef>
              <a:buChar char="•"/>
              <a:defRPr sz="1200" spc="-40">
                <a:solidFill>
                  <a:srgbClr val="FFFFFF"/>
                </a:solidFill>
              </a:defRPr>
            </a:lvl3pPr>
            <a:lvl4pPr marL="339147" indent="0">
              <a:buNone/>
              <a:defRPr>
                <a:solidFill>
                  <a:srgbClr val="172325"/>
                </a:solidFill>
              </a:defRPr>
            </a:lvl4pPr>
            <a:lvl5pPr marL="513137" indent="0">
              <a:buNone/>
              <a:defRPr>
                <a:solidFill>
                  <a:srgbClr val="172325"/>
                </a:solidFill>
              </a:defRPr>
            </a:lvl5pPr>
            <a:lvl6pPr marL="730800">
              <a:buNone/>
              <a:defRPr>
                <a:solidFill>
                  <a:srgbClr val="FFFFFF"/>
                </a:solidFill>
              </a:defRPr>
            </a:lvl6pPr>
          </a:lstStyle>
          <a:p xmlns:a="http://schemas.openxmlformats.org/drawingml/2006/main">
            <a:pPr>
              <a:buNone/>
            </a:pPr>
            <a:r>
              <a:t>Subtitle</a:t>
            </a:r>
          </a:p>
          <a:p xmlns:a="http://schemas.openxmlformats.org/drawingml/2006/main">
            <a:pPr>
              <a:buNone/>
            </a:pPr>
          </a:p>
        </p:txBody>
      </p:sp>
      <p:sp>
        <p:nvSpPr>
          <p:cNvPr id="11" name="Content Placeholder 2">
            <a:extLst xmlns:a="http://schemas.openxmlformats.org/drawingml/2006/main">
              <a:ext uri="{FF2B5EF4-FFF2-40B4-BE49-F238E27FC236}">
                <a16:creationId xmlns:a16="http://schemas.microsoft.com/office/drawing/2014/main" id="{E3D24A5C-25E7-EC55-F88D-6ED9476B84A5}"/>
              </a:ext>
            </a:extLst>
          </p:cNvPr>
          <p:cNvSpPr>
            <a:spLocks xmlns:a="http://schemas.openxmlformats.org/drawingml/2006/main" noGrp="1"/>
          </p:cNvSpPr>
          <p:nvPr>
            <p:ph idx="16"/>
          </p:nvPr>
        </p:nvSpPr>
        <p:spPr>
          <a:xfrm xmlns:a="http://schemas.openxmlformats.org/drawingml/2006/main">
            <a:off x="360000" y="1799999"/>
            <a:ext cx="9000000" cy="4320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lvl1pPr>
              <a:buNone/>
              <a:defRPr>
                <a:solidFill>
                  <a:srgbClr val="FFFFFF"/>
                </a:solidFill>
              </a:defRPr>
            </a:lvl1pPr>
            <a:lvl2pPr>
              <a:buNone/>
              <a:defRPr>
                <a:solidFill>
                  <a:srgbClr val="FFFFFF"/>
                </a:solidFill>
              </a:defRPr>
            </a:lvl2pPr>
            <a:lvl3pPr>
              <a:buNone/>
              <a:defRPr>
                <a:solidFill>
                  <a:srgbClr val="FFFFFF"/>
                </a:solidFill>
              </a:defRPr>
            </a:lvl3pPr>
            <a:lvl4pPr>
              <a:buNone/>
              <a:defRPr>
                <a:solidFill>
                  <a:srgbClr val="FFFFFF"/>
                </a:solidFill>
              </a:defRPr>
            </a:lvl4pPr>
            <a:lvl5pPr>
              <a:buNone/>
              <a:defRPr>
                <a:solidFill>
                  <a:srgbClr val="FFFFFF"/>
                </a:solidFill>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Rectangle 26">
            <a:extLst xmlns:a="http://schemas.openxmlformats.org/drawingml/2006/main">
              <a:ext uri="{FF2B5EF4-FFF2-40B4-BE49-F238E27FC236}">
                <a16:creationId xmlns:a16="http://schemas.microsoft.com/office/drawing/2014/main" id="{8094EDF9-0B9F-F29C-3C80-EFBD9E4D6C49}"/>
              </a:ext>
            </a:extLst>
          </p:cNvPr>
          <p:cNvSpPr>
            <a:spLocks xmlns:a="http://schemas.openxmlformats.org/drawingml/2006/main" noGrp="1"/>
          </p:cNvSpPr>
          <p:nvPr/>
        </p:nvSpPr>
        <p:spPr>
          <a:xfrm xmlns:a="http://schemas.openxmlformats.org/drawingml/2006/main">
            <a:off x="500" y="6761481"/>
            <a:ext cx="12178800" cy="96520"/>
          </a:xfrm>
          <a:prstGeom xmlns:a="http://schemas.openxmlformats.org/drawingml/2006/main" prst="rect">
            <a:avLst/>
          </a:prstGeom>
          <a:solidFill xmlns:a="http://schemas.openxmlformats.org/drawingml/2006/main">
            <a:schemeClr val="accent2"/>
          </a:solidFill>
          <a:ln xmlns:a="http://schemas.openxmlformats.org/drawingml/2006/main" w="12700"/>
        </p:spPr>
        <p:txBody>
          <a:bodyPr xmlns:a="http://schemas.openxmlformats.org/drawingml/2006/main" tIns="91439" bIns="91439" anchor="ctr"/>
          <a:lstStyle xmlns:a="http://schemas.openxmlformats.org/drawingml/2006/main"/>
          <a:p xmlns:a="http://schemas.openxmlformats.org/drawingml/2006/main">
            <a:pPr algn="ctr">
              <a:lnSpc>
                <a:spcPct val="100000"/>
              </a:lnSpc>
              <a:buNone/>
              <a:defRPr sz="2800">
                <a:solidFill>
                  <a:schemeClr val="accent3">
                    <a:lumOff val="3392"/>
                  </a:schemeClr>
                </a:solidFill>
              </a:defRPr>
            </a:pPr>
          </a:p>
        </p:txBody>
      </p:sp>
      <p:pic>
        <p:nvPicPr>
          <p:cNvPr id="13" name="Picture 4"/>
          <p:cNvPicPr>
            <a:picLocks xmlns:a="http://schemas.openxmlformats.org/drawingml/2006/main" noChangeAspect="1"/>
          </p:cNvPicPr>
          <p:nvPr/>
        </p:nvPicPr>
        <p:blipFill>
          <a:blip xmlns:r="http://schemas.openxmlformats.org/officeDocument/2006/relationships" xmlns:a="http://schemas.openxmlformats.org/drawingml/2006/main" r:embed="Rde2c0b5a6c4a4dbb"/>
          <a:stretch xmlns:a="http://schemas.openxmlformats.org/drawingml/2006/main">
            <a:fillRect l="0" t="0" r="0" b="0"/>
          </a:stretch>
        </p:blipFill>
        <p:spPr>
          <a:xfrm xmlns:a="http://schemas.openxmlformats.org/drawingml/2006/main">
            <a:off x="10897966" y="362285"/>
            <a:ext cx="835200" cy="417600"/>
          </a:xfrm>
          <a:prstGeom xmlns:a="http://schemas.openxmlformats.org/drawingml/2006/main" prst="rect">
            <a:avLst/>
          </a:prstGeom>
        </p:spPr>
      </p:pic>
    </p:spTree>
  </p:cSld>
</p:sldLayout>
</file>

<file path=ppt/slideLayouts/slideLayout6.xml><?xml version="1.0" encoding="utf-8"?>
<p:sldLayout xmlns:p="http://schemas.openxmlformats.org/presentationml/2006/main" preserve="1" userDrawn="1">
  <p:cSld name="Headlin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BCB5EC6-D35A-10B8-5EA0-50BF83AD45B9}"/>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Headline goes here. Maximum in 2 lines.</a:t>
            </a:r>
            <a:br/>
            <a:r>
              <a:t>All headlines should be sentence case.</a:t>
            </a:r>
          </a:p>
        </p:txBody>
      </p:sp>
      <p:sp>
        <p:nvSpPr>
          <p:cNvPr id="3" name="Slide Number Placeholder 2">
            <a:extLst xmlns:a="http://schemas.openxmlformats.org/drawingml/2006/main">
              <a:ext uri="{FF2B5EF4-FFF2-40B4-BE49-F238E27FC236}">
                <a16:creationId xmlns:a16="http://schemas.microsoft.com/office/drawing/2014/main" id="{9269A480-B1A1-5C47-6F30-1A57779A5887}"/>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86CB4B4D-7CA3-9044-876B-883B54F8677D}" type="slidenum">
              <a:t>‹#›</a:t>
            </a:fld>
          </a:p>
        </p:txBody>
      </p:sp>
    </p:spTree>
  </p:cSld>
</p:sldLayout>
</file>

<file path=ppt/slideLayouts/slideLayout7.xml><?xml version="1.0" encoding="utf-8"?>
<p:sldLayout xmlns:p="http://schemas.openxmlformats.org/presentationml/2006/main" showMasterSp="0" preserve="1" userDrawn="1">
  <p:cSld name="Headline only Dark">
    <p:bg>
      <p:bgPr>
        <a:solidFill xmlns:a="http://schemas.openxmlformats.org/drawingml/2006/main">
          <a:schemeClr val="accent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32CE473-5689-D388-CADC-2FF6411A555B}"/>
              </a:ext>
            </a:extLst>
          </p:cNvPr>
          <p:cNvSpPr>
            <a:spLocks xmlns:a="http://schemas.openxmlformats.org/drawingml/2006/main" noGrp="1"/>
          </p:cNvSpPr>
          <p:nvPr>
            <p:ph type="title" idx="0" hasCustomPrompt="1"/>
          </p:nvPr>
        </p:nvSpPr>
        <p:spPr/>
        <p:txBody>
          <a:bodyPr xmlns:a="http://schemas.openxmlformats.org/drawingml/2006/main" wrap="square"/>
          <a:lstStyle xmlns:a="http://schemas.openxmlformats.org/drawingml/2006/main">
            <a:lvl1pPr>
              <a:buNone/>
              <a:defRPr>
                <a:solidFill>
                  <a:srgbClr val="FFFFFF"/>
                </a:solidFill>
              </a:defRPr>
            </a:lvl1pPr>
          </a:lstStyle>
          <a:p xmlns:a="http://schemas.openxmlformats.org/drawingml/2006/main">
            <a:r>
              <a:t>Headline goes here. Maximum in 2 lines.</a:t>
            </a:r>
            <a:br/>
            <a:r>
              <a:t>All headlines should be sentence case.</a:t>
            </a:r>
          </a:p>
        </p:txBody>
      </p:sp>
      <p:sp>
        <p:nvSpPr>
          <p:cNvPr id="3" name="Slide Number Placeholder 2">
            <a:extLst xmlns:a="http://schemas.openxmlformats.org/drawingml/2006/main">
              <a:ext uri="{FF2B5EF4-FFF2-40B4-BE49-F238E27FC236}">
                <a16:creationId xmlns:a16="http://schemas.microsoft.com/office/drawing/2014/main" id="{5E58C377-31E1-B6AF-B5CB-DB6A8E4A721F}"/>
              </a:ext>
            </a:extLst>
          </p:cNvPr>
          <p:cNvSpPr>
            <a:spLocks xmlns:a="http://schemas.openxmlformats.org/drawingml/2006/main" noGrp="1"/>
          </p:cNvSpPr>
          <p:nvPr>
            <p:ph type="sldNum" idx="10"/>
          </p:nvPr>
        </p:nvSpPr>
        <p:spPr>
          <a:xfrm xmlns:a="http://schemas.openxmlformats.org/drawingml/2006/main">
            <a:off x="11574470" y="6480000"/>
            <a:ext cx="157094" cy="153888"/>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86CB4B4D-7CA3-9044-876B-883B54F8677D}" type="slidenum">
              <a:t>‹#›</a:t>
            </a:fld>
          </a:p>
        </p:txBody>
      </p:sp>
      <p:sp>
        <p:nvSpPr>
          <p:cNvPr id="4" name="Rectangle 26">
            <a:extLst xmlns:a="http://schemas.openxmlformats.org/drawingml/2006/main">
              <a:ext uri="{FF2B5EF4-FFF2-40B4-BE49-F238E27FC236}">
                <a16:creationId xmlns:a16="http://schemas.microsoft.com/office/drawing/2014/main" id="{A37C948F-854A-8FBB-50DD-E5D312C9C27A}"/>
              </a:ext>
            </a:extLst>
          </p:cNvPr>
          <p:cNvSpPr>
            <a:spLocks xmlns:a="http://schemas.openxmlformats.org/drawingml/2006/main" noGrp="1"/>
          </p:cNvSpPr>
          <p:nvPr/>
        </p:nvSpPr>
        <p:spPr>
          <a:xfrm xmlns:a="http://schemas.openxmlformats.org/drawingml/2006/main">
            <a:off x="500" y="6761481"/>
            <a:ext cx="12178800" cy="96520"/>
          </a:xfrm>
          <a:prstGeom xmlns:a="http://schemas.openxmlformats.org/drawingml/2006/main" prst="rect">
            <a:avLst/>
          </a:prstGeom>
          <a:solidFill xmlns:a="http://schemas.openxmlformats.org/drawingml/2006/main">
            <a:schemeClr val="accent4"/>
          </a:solidFill>
          <a:ln xmlns:a="http://schemas.openxmlformats.org/drawingml/2006/main" w="12700"/>
        </p:spPr>
        <p:txBody>
          <a:bodyPr xmlns:a="http://schemas.openxmlformats.org/drawingml/2006/main" tIns="91439" bIns="91439" anchor="ctr"/>
          <a:lstStyle xmlns:a="http://schemas.openxmlformats.org/drawingml/2006/main"/>
          <a:p xmlns:a="http://schemas.openxmlformats.org/drawingml/2006/main">
            <a:pPr algn="ctr">
              <a:lnSpc>
                <a:spcPct val="100000"/>
              </a:lnSpc>
              <a:buNone/>
              <a:defRPr sz="2800">
                <a:solidFill>
                  <a:schemeClr val="accent3">
                    <a:lumOff val="3392"/>
                  </a:schemeClr>
                </a:solidFill>
              </a:defRPr>
            </a:pPr>
          </a:p>
        </p:txBody>
      </p:sp>
      <p:pic>
        <p:nvPicPr>
          <p:cNvPr id="5" name="Picture 4"/>
          <p:cNvPicPr>
            <a:picLocks xmlns:a="http://schemas.openxmlformats.org/drawingml/2006/main" noChangeAspect="1"/>
          </p:cNvPicPr>
          <p:nvPr/>
        </p:nvPicPr>
        <p:blipFill>
          <a:blip xmlns:r="http://schemas.openxmlformats.org/officeDocument/2006/relationships" xmlns:a="http://schemas.openxmlformats.org/drawingml/2006/main" r:embed="Raa6433e79f324761"/>
          <a:stretch xmlns:a="http://schemas.openxmlformats.org/drawingml/2006/main">
            <a:fillRect l="0" t="0" r="0" b="0"/>
          </a:stretch>
        </p:blipFill>
        <p:spPr>
          <a:xfrm xmlns:a="http://schemas.openxmlformats.org/drawingml/2006/main">
            <a:off x="10897966" y="362285"/>
            <a:ext cx="835200" cy="417600"/>
          </a:xfrm>
          <a:prstGeom xmlns:a="http://schemas.openxmlformats.org/drawingml/2006/main" prst="rect">
            <a:avLst/>
          </a:prstGeom>
        </p:spPr>
      </p:pic>
    </p:spTree>
  </p:cSld>
</p:sldLayout>
</file>

<file path=ppt/slideLayouts/slideLayout8.xml><?xml version="1.0" encoding="utf-8"?>
<p:sldLayout xmlns:p="http://schemas.openxmlformats.org/presentationml/2006/main" showMasterSp="0" preserve="1" userDrawn="1">
  <p:cSld name="1_Headline only Teal">
    <p:bg>
      <p:bgPr>
        <a:solidFill xmlns:a="http://schemas.openxmlformats.org/drawingml/2006/main">
          <a:schemeClr val="accent4"/>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32CE473-5689-D388-CADC-2FF6411A555B}"/>
              </a:ext>
            </a:extLst>
          </p:cNvPr>
          <p:cNvSpPr>
            <a:spLocks xmlns:a="http://schemas.openxmlformats.org/drawingml/2006/main" noGrp="1"/>
          </p:cNvSpPr>
          <p:nvPr>
            <p:ph type="title" idx="0" hasCustomPrompt="1"/>
          </p:nvPr>
        </p:nvSpPr>
        <p:spPr/>
        <p:txBody>
          <a:bodyPr xmlns:a="http://schemas.openxmlformats.org/drawingml/2006/main" wrap="square"/>
          <a:lstStyle xmlns:a="http://schemas.openxmlformats.org/drawingml/2006/main">
            <a:lvl1pPr>
              <a:buNone/>
              <a:defRPr>
                <a:solidFill>
                  <a:srgbClr val="FFFFFF"/>
                </a:solidFill>
              </a:defRPr>
            </a:lvl1pPr>
          </a:lstStyle>
          <a:p xmlns:a="http://schemas.openxmlformats.org/drawingml/2006/main">
            <a:r>
              <a:t>Headline goes here. Maximum in 2 lines.</a:t>
            </a:r>
            <a:br/>
            <a:r>
              <a:t>All headlines should be sentence case.</a:t>
            </a:r>
          </a:p>
        </p:txBody>
      </p:sp>
      <p:sp>
        <p:nvSpPr>
          <p:cNvPr id="3" name="Slide Number Placeholder 2">
            <a:extLst xmlns:a="http://schemas.openxmlformats.org/drawingml/2006/main">
              <a:ext uri="{FF2B5EF4-FFF2-40B4-BE49-F238E27FC236}">
                <a16:creationId xmlns:a16="http://schemas.microsoft.com/office/drawing/2014/main" id="{5E58C377-31E1-B6AF-B5CB-DB6A8E4A721F}"/>
              </a:ext>
            </a:extLst>
          </p:cNvPr>
          <p:cNvSpPr>
            <a:spLocks xmlns:a="http://schemas.openxmlformats.org/drawingml/2006/main" noGrp="1"/>
          </p:cNvSpPr>
          <p:nvPr>
            <p:ph type="sldNum" idx="10"/>
          </p:nvPr>
        </p:nvSpPr>
        <p:spPr>
          <a:xfrm xmlns:a="http://schemas.openxmlformats.org/drawingml/2006/main">
            <a:off x="11574470" y="6480000"/>
            <a:ext cx="157094" cy="153888"/>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86CB4B4D-7CA3-9044-876B-883B54F8677D}" type="slidenum">
              <a:t>‹#›</a:t>
            </a:fld>
          </a:p>
        </p:txBody>
      </p:sp>
      <p:sp>
        <p:nvSpPr>
          <p:cNvPr id="5" name="Rectangle 26">
            <a:extLst xmlns:a="http://schemas.openxmlformats.org/drawingml/2006/main">
              <a:ext uri="{FF2B5EF4-FFF2-40B4-BE49-F238E27FC236}">
                <a16:creationId xmlns:a16="http://schemas.microsoft.com/office/drawing/2014/main" id="{0F83599E-08BA-C7BD-E23C-5534343B05C5}"/>
              </a:ext>
            </a:extLst>
          </p:cNvPr>
          <p:cNvSpPr>
            <a:spLocks xmlns:a="http://schemas.openxmlformats.org/drawingml/2006/main" noGrp="1"/>
          </p:cNvSpPr>
          <p:nvPr/>
        </p:nvSpPr>
        <p:spPr>
          <a:xfrm xmlns:a="http://schemas.openxmlformats.org/drawingml/2006/main">
            <a:off x="500" y="6761481"/>
            <a:ext cx="12178800" cy="96520"/>
          </a:xfrm>
          <a:prstGeom xmlns:a="http://schemas.openxmlformats.org/drawingml/2006/main" prst="rect">
            <a:avLst/>
          </a:prstGeom>
          <a:solidFill xmlns:a="http://schemas.openxmlformats.org/drawingml/2006/main">
            <a:schemeClr val="accent2"/>
          </a:solidFill>
          <a:ln xmlns:a="http://schemas.openxmlformats.org/drawingml/2006/main" w="12700"/>
        </p:spPr>
        <p:txBody>
          <a:bodyPr xmlns:a="http://schemas.openxmlformats.org/drawingml/2006/main" tIns="91439" bIns="91439" anchor="ctr"/>
          <a:lstStyle xmlns:a="http://schemas.openxmlformats.org/drawingml/2006/main"/>
          <a:p xmlns:a="http://schemas.openxmlformats.org/drawingml/2006/main">
            <a:pPr algn="ctr">
              <a:lnSpc>
                <a:spcPct val="100000"/>
              </a:lnSpc>
              <a:buNone/>
              <a:defRPr sz="2800">
                <a:solidFill>
                  <a:schemeClr val="accent3">
                    <a:lumOff val="3392"/>
                  </a:schemeClr>
                </a:solidFill>
              </a:defRPr>
            </a:pPr>
          </a:p>
        </p:txBody>
      </p:sp>
      <p:pic>
        <p:nvPicPr>
          <p:cNvPr id="6" name="Picture 3"/>
          <p:cNvPicPr>
            <a:picLocks xmlns:a="http://schemas.openxmlformats.org/drawingml/2006/main" noChangeAspect="1"/>
          </p:cNvPicPr>
          <p:nvPr/>
        </p:nvPicPr>
        <p:blipFill>
          <a:blip xmlns:r="http://schemas.openxmlformats.org/officeDocument/2006/relationships" xmlns:a="http://schemas.openxmlformats.org/drawingml/2006/main" r:embed="R58f9e756b1e0439e"/>
          <a:stretch xmlns:a="http://schemas.openxmlformats.org/drawingml/2006/main">
            <a:fillRect l="0" t="0" r="0" b="0"/>
          </a:stretch>
        </p:blipFill>
        <p:spPr>
          <a:xfrm xmlns:a="http://schemas.openxmlformats.org/drawingml/2006/main">
            <a:off x="10897966" y="362285"/>
            <a:ext cx="835200" cy="417600"/>
          </a:xfrm>
          <a:prstGeom xmlns:a="http://schemas.openxmlformats.org/drawingml/2006/main" prst="rect">
            <a:avLst/>
          </a:prstGeom>
        </p:spPr>
      </p:pic>
    </p:spTree>
  </p:cSld>
</p:sldLayout>
</file>

<file path=ppt/slideLayouts/slideLayout9.xml><?xml version="1.0" encoding="utf-8"?>
<p:sldLayout xmlns:p="http://schemas.openxmlformats.org/presentationml/2006/main" preserve="1" userDrawn="1">
  <p:cSld name="Title and 2 Contents">
    <p:spTree>
      <p:nvGrpSpPr>
        <p:cNvPr id="1" name=""/>
        <p:cNvGrpSpPr/>
        <p:nvPr/>
      </p:nvGrpSpPr>
      <p:grpSpPr>
        <a:xfrm xmlns:a="http://schemas.openxmlformats.org/drawingml/2006/main"/>
      </p:grpSpPr>
      <p:pic>
        <p:nvPicPr>
          <p:cNvPr id="1" name="Picture 7"/>
          <p:cNvPicPr>
            <a:picLocks xmlns:a="http://schemas.openxmlformats.org/drawingml/2006/main" noChangeAspect="1"/>
          </p:cNvPicPr>
          <p:nvPr/>
        </p:nvPicPr>
        <p:blipFill>
          <a:blip xmlns:r="http://schemas.openxmlformats.org/officeDocument/2006/relationships" xmlns:a="http://schemas.openxmlformats.org/drawingml/2006/main" r:embed="Rc310f7788a63421b"/>
          <a:stretch xmlns:a="http://schemas.openxmlformats.org/drawingml/2006/main">
            <a:fillRect l="0" t="0" r="0" b="0"/>
          </a:stretch>
        </p:blipFill>
        <p:spPr>
          <a:xfrm xmlns:a="http://schemas.openxmlformats.org/drawingml/2006/main">
            <a:off x="6089650" y="0"/>
            <a:ext cx="6089650" cy="2087592"/>
          </a:xfrm>
          <a:prstGeom xmlns:a="http://schemas.openxmlformats.org/drawingml/2006/main" prst="rect">
            <a:avLst/>
          </a:prstGeom>
        </p:spPr>
      </p:pic>
      <p:pic>
        <p:nvPicPr>
          <p:cNvPr id="2" name="Picture 6"/>
          <p:cNvPicPr>
            <a:picLocks xmlns:a="http://schemas.openxmlformats.org/drawingml/2006/main" noChangeAspect="1"/>
          </p:cNvPicPr>
          <p:nvPr/>
        </p:nvPicPr>
        <p:blipFill>
          <a:blip xmlns:r="http://schemas.openxmlformats.org/officeDocument/2006/relationships" xmlns:a="http://schemas.openxmlformats.org/drawingml/2006/main" r:embed="R9e2c5b6a91464254"/>
          <a:stretch xmlns:a="http://schemas.openxmlformats.org/drawingml/2006/main">
            <a:fillRect l="0" t="0" r="0" b="0"/>
          </a:stretch>
        </p:blipFill>
        <p:spPr>
          <a:xfrm xmlns:a="http://schemas.openxmlformats.org/drawingml/2006/main">
            <a:off x="0" y="2692400"/>
            <a:ext cx="4178300" cy="416560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032CE473-5689-D388-CADC-2FF6411A555B}"/>
              </a:ext>
            </a:extLst>
          </p:cNvPr>
          <p:cNvSpPr>
            <a:spLocks xmlns:a="http://schemas.openxmlformats.org/drawingml/2006/main" noGrp="1"/>
          </p:cNvSpPr>
          <p:nvPr>
            <p:ph type="title" idx="0" hasCustomPrompt="1"/>
          </p:nvPr>
        </p:nvSpPr>
        <p:spPr/>
        <p:txBody>
          <a:bodyPr xmlns:a="http://schemas.openxmlformats.org/drawingml/2006/main" wrap="square"/>
          <a:lstStyle xmlns:a="http://schemas.openxmlformats.org/drawingml/2006/main">
            <a:lvl1pPr>
              <a:buNone/>
              <a:defRPr>
                <a:solidFill>
                  <a:schemeClr val="bg1"/>
                </a:solidFill>
              </a:defRPr>
            </a:lvl1pPr>
          </a:lstStyle>
          <a:p xmlns:a="http://schemas.openxmlformats.org/drawingml/2006/main">
            <a:r>
              <a:t>Headline goes here. Maximum in 2 lines.</a:t>
            </a:r>
            <a:br/>
            <a:r>
              <a:t>All headlines should be sentence case.</a:t>
            </a:r>
          </a:p>
        </p:txBody>
      </p:sp>
      <p:sp>
        <p:nvSpPr>
          <p:cNvPr id="3" name="Slide Number Placeholder 2">
            <a:extLst xmlns:a="http://schemas.openxmlformats.org/drawingml/2006/main">
              <a:ext uri="{FF2B5EF4-FFF2-40B4-BE49-F238E27FC236}">
                <a16:creationId xmlns:a16="http://schemas.microsoft.com/office/drawing/2014/main" id="{5E58C377-31E1-B6AF-B5CB-DB6A8E4A721F}"/>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86CB4B4D-7CA3-9044-876B-883B54F8677D}" type="slidenum">
              <a:t>‹#›</a:t>
            </a:fld>
          </a:p>
        </p:txBody>
      </p:sp>
      <p:sp>
        <p:nvSpPr>
          <p:cNvPr id="6" name="Text Placeholder 3">
            <a:extLst xmlns:a="http://schemas.openxmlformats.org/drawingml/2006/main">
              <a:ext uri="{FF2B5EF4-FFF2-40B4-BE49-F238E27FC236}">
                <a16:creationId xmlns:a16="http://schemas.microsoft.com/office/drawing/2014/main" id="{D3833682-F29A-7019-93CC-CF5F9A6F20EE}"/>
              </a:ext>
            </a:extLst>
          </p:cNvPr>
          <p:cNvSpPr>
            <a:spLocks xmlns:a="http://schemas.openxmlformats.org/drawingml/2006/main" noGrp="1"/>
          </p:cNvSpPr>
          <p:nvPr>
            <p:ph type="body" idx="15" hasCustomPrompt="1"/>
          </p:nvPr>
        </p:nvSpPr>
        <p:spPr>
          <a:xfrm xmlns:a="http://schemas.openxmlformats.org/drawingml/2006/main">
            <a:off x="360000" y="1440000"/>
            <a:ext cx="5040000" cy="2520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a:lnSpc>
                <a:spcPts val="2200"/>
              </a:lnSpc>
              <a:spcBef>
                <a:spcPts val="0"/>
              </a:spcBef>
              <a:buNone/>
              <a:defRPr sz="2200" b="1" spc="-40">
                <a:solidFill>
                  <a:schemeClr val="bg1"/>
                </a:solidFill>
              </a:defRPr>
            </a:lvl1pPr>
            <a:lvl2pPr marL="0" indent="-104400">
              <a:lnSpc>
                <a:spcPts val="1600"/>
              </a:lnSpc>
              <a:spcBef>
                <a:spcPts val="1000"/>
              </a:spcBef>
              <a:buNone/>
              <a:defRPr sz="1200" b="0" spc="-40">
                <a:solidFill>
                  <a:srgbClr val="172325"/>
                </a:solidFill>
              </a:defRPr>
            </a:lvl2pPr>
            <a:lvl3pPr marL="273600" indent="-104400">
              <a:lnSpc>
                <a:spcPts val="1600"/>
              </a:lnSpc>
              <a:spcBef>
                <a:spcPts val="1000"/>
              </a:spcBef>
              <a:buChar char="•"/>
              <a:defRPr sz="1200" spc="-40">
                <a:solidFill>
                  <a:schemeClr val="bg1"/>
                </a:solidFill>
              </a:defRPr>
            </a:lvl3pPr>
            <a:lvl4pPr marL="339147" indent="0">
              <a:buNone/>
              <a:defRPr>
                <a:solidFill>
                  <a:srgbClr val="172325"/>
                </a:solidFill>
              </a:defRPr>
            </a:lvl4pPr>
            <a:lvl5pPr marL="513137" indent="0">
              <a:buNone/>
              <a:defRPr>
                <a:solidFill>
                  <a:srgbClr val="172325"/>
                </a:solidFill>
              </a:defRPr>
            </a:lvl5pPr>
            <a:lvl6pPr marL="730800">
              <a:buNone/>
              <a:defRPr>
                <a:solidFill>
                  <a:srgbClr val="FFFFFF"/>
                </a:solidFill>
              </a:defRPr>
            </a:lvl6pPr>
          </a:lstStyle>
          <a:p xmlns:a="http://schemas.openxmlformats.org/drawingml/2006/main">
            <a:pPr>
              <a:buNone/>
            </a:pPr>
            <a:r>
              <a:t>Subtitle</a:t>
            </a:r>
          </a:p>
          <a:p xmlns:a="http://schemas.openxmlformats.org/drawingml/2006/main">
            <a:pPr>
              <a:buNone/>
            </a:pPr>
          </a:p>
        </p:txBody>
      </p:sp>
      <p:sp>
        <p:nvSpPr>
          <p:cNvPr id="11" name="Content Placeholder 2">
            <a:extLst xmlns:a="http://schemas.openxmlformats.org/drawingml/2006/main">
              <a:ext uri="{FF2B5EF4-FFF2-40B4-BE49-F238E27FC236}">
                <a16:creationId xmlns:a16="http://schemas.microsoft.com/office/drawing/2014/main" id="{E3D24A5C-25E7-EC55-F88D-6ED9476B84A5}"/>
              </a:ext>
            </a:extLst>
          </p:cNvPr>
          <p:cNvSpPr>
            <a:spLocks xmlns:a="http://schemas.openxmlformats.org/drawingml/2006/main" noGrp="1"/>
          </p:cNvSpPr>
          <p:nvPr>
            <p:ph idx="16"/>
          </p:nvPr>
        </p:nvSpPr>
        <p:spPr>
          <a:xfrm xmlns:a="http://schemas.openxmlformats.org/drawingml/2006/main">
            <a:off x="360000" y="1799999"/>
            <a:ext cx="5040000" cy="4320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Text Placeholder 3">
            <a:extLst xmlns:a="http://schemas.openxmlformats.org/drawingml/2006/main">
              <a:ext uri="{FF2B5EF4-FFF2-40B4-BE49-F238E27FC236}">
                <a16:creationId xmlns:a16="http://schemas.microsoft.com/office/drawing/2014/main" id="{2CF5A879-E102-A7F6-E438-DA657371CA28}"/>
              </a:ext>
            </a:extLst>
          </p:cNvPr>
          <p:cNvSpPr>
            <a:spLocks xmlns:a="http://schemas.openxmlformats.org/drawingml/2006/main" noGrp="1"/>
          </p:cNvSpPr>
          <p:nvPr>
            <p:ph type="body" idx="17" hasCustomPrompt="1"/>
          </p:nvPr>
        </p:nvSpPr>
        <p:spPr>
          <a:xfrm xmlns:a="http://schemas.openxmlformats.org/drawingml/2006/main">
            <a:off x="6089650" y="1440000"/>
            <a:ext cx="5040000" cy="2520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a:lnSpc>
                <a:spcPts val="2200"/>
              </a:lnSpc>
              <a:spcBef>
                <a:spcPts val="0"/>
              </a:spcBef>
              <a:buNone/>
              <a:defRPr sz="2200" b="1" spc="-40">
                <a:solidFill>
                  <a:schemeClr val="bg1"/>
                </a:solidFill>
              </a:defRPr>
            </a:lvl1pPr>
            <a:lvl2pPr marL="0" indent="-104400">
              <a:lnSpc>
                <a:spcPts val="1600"/>
              </a:lnSpc>
              <a:spcBef>
                <a:spcPts val="1000"/>
              </a:spcBef>
              <a:buNone/>
              <a:defRPr sz="1200" b="0" spc="-40">
                <a:solidFill>
                  <a:srgbClr val="172325"/>
                </a:solidFill>
              </a:defRPr>
            </a:lvl2pPr>
            <a:lvl3pPr marL="273600" indent="-104400">
              <a:lnSpc>
                <a:spcPts val="1600"/>
              </a:lnSpc>
              <a:spcBef>
                <a:spcPts val="1000"/>
              </a:spcBef>
              <a:buChar char="•"/>
              <a:defRPr sz="1200" spc="-40">
                <a:solidFill>
                  <a:schemeClr val="bg1"/>
                </a:solidFill>
              </a:defRPr>
            </a:lvl3pPr>
            <a:lvl4pPr marL="339147" indent="0">
              <a:buNone/>
              <a:defRPr>
                <a:solidFill>
                  <a:srgbClr val="172325"/>
                </a:solidFill>
              </a:defRPr>
            </a:lvl4pPr>
            <a:lvl5pPr marL="513137" indent="0">
              <a:buNone/>
              <a:defRPr>
                <a:solidFill>
                  <a:srgbClr val="172325"/>
                </a:solidFill>
              </a:defRPr>
            </a:lvl5pPr>
            <a:lvl6pPr marL="730800">
              <a:buNone/>
              <a:defRPr>
                <a:solidFill>
                  <a:srgbClr val="FFFFFF"/>
                </a:solidFill>
              </a:defRPr>
            </a:lvl6pPr>
          </a:lstStyle>
          <a:p xmlns:a="http://schemas.openxmlformats.org/drawingml/2006/main">
            <a:pPr>
              <a:buNone/>
            </a:pPr>
            <a:r>
              <a:t>Subtitle</a:t>
            </a:r>
          </a:p>
          <a:p xmlns:a="http://schemas.openxmlformats.org/drawingml/2006/main">
            <a:pPr>
              <a:buNone/>
            </a:pPr>
          </a:p>
        </p:txBody>
      </p:sp>
      <p:sp>
        <p:nvSpPr>
          <p:cNvPr id="5" name="Content Placeholder 2">
            <a:extLst xmlns:a="http://schemas.openxmlformats.org/drawingml/2006/main">
              <a:ext uri="{FF2B5EF4-FFF2-40B4-BE49-F238E27FC236}">
                <a16:creationId xmlns:a16="http://schemas.microsoft.com/office/drawing/2014/main" id="{89492F2E-9B45-D3A3-949A-69F4E3A117F0}"/>
              </a:ext>
            </a:extLst>
          </p:cNvPr>
          <p:cNvSpPr>
            <a:spLocks xmlns:a="http://schemas.openxmlformats.org/drawingml/2006/main" noGrp="1"/>
          </p:cNvSpPr>
          <p:nvPr>
            <p:ph idx="18"/>
          </p:nvPr>
        </p:nvSpPr>
        <p:spPr>
          <a:xfrm xmlns:a="http://schemas.openxmlformats.org/drawingml/2006/main">
            <a:off x="6089650" y="1799999"/>
            <a:ext cx="5040000" cy="4320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2" name="Rectangle 26">
            <a:extLst xmlns:a="http://schemas.openxmlformats.org/drawingml/2006/main">
              <a:ext uri="{FF2B5EF4-FFF2-40B4-BE49-F238E27FC236}">
                <a16:creationId xmlns:a16="http://schemas.microsoft.com/office/drawing/2014/main" id="{568F95BD-C79E-1D24-6A04-74C72803F653}"/>
              </a:ext>
            </a:extLst>
          </p:cNvPr>
          <p:cNvSpPr>
            <a:spLocks xmlns:a="http://schemas.openxmlformats.org/drawingml/2006/main" noGrp="1"/>
          </p:cNvSpPr>
          <p:nvPr/>
        </p:nvSpPr>
        <p:spPr>
          <a:xfrm xmlns:a="http://schemas.openxmlformats.org/drawingml/2006/main">
            <a:off x="500" y="6761480"/>
            <a:ext cx="12178800" cy="96520"/>
          </a:xfrm>
          <a:prstGeom xmlns:a="http://schemas.openxmlformats.org/drawingml/2006/main" prst="rect">
            <a:avLst/>
          </a:prstGeom>
          <a:solidFill xmlns:a="http://schemas.openxmlformats.org/drawingml/2006/main">
            <a:schemeClr val="accent1"/>
          </a:solidFill>
          <a:ln xmlns:a="http://schemas.openxmlformats.org/drawingml/2006/main" w="12700"/>
        </p:spPr>
        <p:txBody>
          <a:bodyPr xmlns:a="http://schemas.openxmlformats.org/drawingml/2006/main" tIns="91439" bIns="91439" anchor="ctr"/>
          <a:lstStyle xmlns:a="http://schemas.openxmlformats.org/drawingml/2006/main"/>
          <a:p xmlns:a="http://schemas.openxmlformats.org/drawingml/2006/main">
            <a:pPr algn="ctr">
              <a:lnSpc>
                <a:spcPct val="100000"/>
              </a:lnSpc>
              <a:buNone/>
              <a:defRPr sz="2800">
                <a:solidFill>
                  <a:schemeClr val="accent3">
                    <a:lumOff val="3392"/>
                  </a:schemeClr>
                </a:solidFill>
              </a:defRPr>
            </a:pPr>
          </a:p>
        </p:txBody>
      </p:sp>
      <p:pic>
        <p:nvPicPr>
          <p:cNvPr id="15" name="Picture 9"/>
          <p:cNvPicPr>
            <a:picLocks xmlns:a="http://schemas.openxmlformats.org/drawingml/2006/main" noChangeAspect="1"/>
          </p:cNvPicPr>
          <p:nvPr/>
        </p:nvPicPr>
        <p:blipFill>
          <a:blip xmlns:r="http://schemas.openxmlformats.org/officeDocument/2006/relationships" xmlns:a="http://schemas.openxmlformats.org/drawingml/2006/main" r:embed="R992b33b1aeb74bf3"/>
          <a:srcRect xmlns:a="http://schemas.openxmlformats.org/drawingml/2006/main" l="0" t="0" r="0" b="0"/>
          <a:stretch xmlns:a="http://schemas.openxmlformats.org/drawingml/2006/main"/>
        </p:blipFill>
        <p:spPr>
          <a:xfrm xmlns:a="http://schemas.openxmlformats.org/drawingml/2006/main">
            <a:off x="10667661" y="404660"/>
            <a:ext cx="1063903" cy="346387"/>
          </a:xfrm>
          <a:prstGeom xmlns:a="http://schemas.openxmlformats.org/drawingml/2006/main" prst="rect">
            <a:avLst/>
          </a:prstGeom>
        </p:spPr>
      </p:pic>
    </p:spTree>
  </p:cSld>
</p:sldLayout>
</file>

<file path=ppt/slideLayouts/slideLayout10.xml><?xml version="1.0" encoding="utf-8"?>
<p:sldLayout xmlns:p="http://schemas.openxmlformats.org/presentationml/2006/main" showMasterSp="0" preserve="1" userDrawn="1">
  <p:cSld name="Comparison">
    <p:bg>
      <p:bgPr>
        <a:solidFill xmlns:a="http://schemas.openxmlformats.org/drawingml/2006/main">
          <a:schemeClr val="accent3"/>
        </a:solidFill>
      </p:bgPr>
    </p:bg>
    <p:spTree>
      <p:nvGrpSpPr>
        <p:cNvPr id="1" name=""/>
        <p:cNvGrpSpPr/>
        <p:nvPr/>
      </p:nvGrpSpPr>
      <p:grpSpPr>
        <a:xfrm xmlns:a="http://schemas.openxmlformats.org/drawingml/2006/main"/>
      </p:grpSpPr>
      <p:pic>
        <p:nvPicPr>
          <p:cNvPr id="1" name="Picture 6"/>
          <p:cNvPicPr>
            <a:picLocks xmlns:a="http://schemas.openxmlformats.org/drawingml/2006/main" noChangeAspect="1"/>
          </p:cNvPicPr>
          <p:nvPr/>
        </p:nvPicPr>
        <p:blipFill>
          <a:blip xmlns:r="http://schemas.openxmlformats.org/officeDocument/2006/relationships" xmlns:a="http://schemas.openxmlformats.org/drawingml/2006/main" r:embed="R618a9f86ed604d48"/>
          <a:stretch xmlns:a="http://schemas.openxmlformats.org/drawingml/2006/main">
            <a:fillRect l="0" t="0" r="0" b="0"/>
          </a:stretch>
        </p:blipFill>
        <p:spPr>
          <a:xfrm xmlns:a="http://schemas.openxmlformats.org/drawingml/2006/main">
            <a:off x="0" y="0"/>
            <a:ext cx="7567885" cy="6858000"/>
          </a:xfrm>
          <a:prstGeom xmlns:a="http://schemas.openxmlformats.org/drawingml/2006/main" prst="rect">
            <a:avLst/>
          </a:prstGeom>
        </p:spPr>
      </p:pic>
      <p:sp>
        <p:nvSpPr>
          <p:cNvPr id="771" name="Slide Number">
            <a:extLst xmlns:a="http://schemas.openxmlformats.org/drawingml/2006/main">
              <a:ext uri="{FF2B5EF4-FFF2-40B4-BE49-F238E27FC236}">
                <a16:creationId xmlns:a16="http://schemas.microsoft.com/office/drawing/2014/main" id="{5FC315A4-2A27-4C37-9248-F6B145964F54}"/>
              </a:ext>
            </a:extLst>
          </p:cNvPr>
          <p:cNvSpPr>
            <a:spLocks xmlns:a="http://schemas.openxmlformats.org/drawingml/2006/main" noGrp="1"/>
          </p:cNvSpPr>
          <p:nvPr>
            <p:ph type="sldNum" idx="2"/>
          </p:nvPr>
        </p:nvSpPr>
        <p:spPr>
          <a:xfrm xmlns:a="http://schemas.openxmlformats.org/drawingml/2006/main">
            <a:off x="11574470" y="6480000"/>
            <a:ext cx="157094" cy="153888"/>
          </a:xfrm>
          <a:prstGeom xmlns:a="http://schemas.openxmlformats.org/drawingml/2006/main" prst="rect">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86CB4B4D-7CA3-9044-876B-883B54F8677D}" type="slidenum">
              <a:t>‹#›</a:t>
            </a:fld>
          </a:p>
        </p:txBody>
      </p:sp>
      <p:sp>
        <p:nvSpPr>
          <p:cNvPr id="2" name="Title 1">
            <a:extLst xmlns:a="http://schemas.openxmlformats.org/drawingml/2006/main">
              <a:ext uri="{FF2B5EF4-FFF2-40B4-BE49-F238E27FC236}">
                <a16:creationId xmlns:a16="http://schemas.microsoft.com/office/drawing/2014/main" id="{9D122760-6141-1BBA-A1C0-71FC81DE61D6}"/>
              </a:ext>
            </a:extLst>
          </p:cNvPr>
          <p:cNvSpPr>
            <a:spLocks xmlns:a="http://schemas.openxmlformats.org/drawingml/2006/main" noGrp="1"/>
          </p:cNvSpPr>
          <p:nvPr>
            <p:ph type="title" idx="0" hasCustomPrompt="1"/>
          </p:nvPr>
        </p:nvSpPr>
        <p:spPr>
          <a:xfrm xmlns:a="http://schemas.openxmlformats.org/drawingml/2006/main">
            <a:off x="359999" y="1674394"/>
            <a:ext cx="5040000" cy="900000"/>
          </a:xfrm>
          <a:prstGeom xmlns:a="http://schemas.openxmlformats.org/drawingml/2006/main" prst="rect">
            <a:avLst/>
          </a:prstGeom>
        </p:spPr>
        <p:txBody>
          <a:bodyPr xmlns:a="http://schemas.openxmlformats.org/drawingml/2006/main"/>
          <a:lstStyle xmlns:a="http://schemas.openxmlformats.org/drawingml/2006/main">
            <a:lvl1pPr>
              <a:lnSpc>
                <a:spcPts val="3000"/>
              </a:lnSpc>
              <a:spcBef>
                <a:spcPts val="0"/>
              </a:spcBef>
              <a:buNone/>
              <a:defRPr sz="3000" spc="-150">
                <a:solidFill>
                  <a:schemeClr val="bg1"/>
                </a:solidFill>
              </a:defRPr>
            </a:lvl1pPr>
          </a:lstStyle>
          <a:p xmlns:a="http://schemas.openxmlformats.org/drawingml/2006/main">
            <a:r>
              <a:t>Headline goes here.</a:t>
            </a:r>
            <a:br/>
            <a:r>
              <a:t>Maximum in 2 lines.</a:t>
            </a:r>
          </a:p>
        </p:txBody>
      </p:sp>
      <p:sp>
        <p:nvSpPr>
          <p:cNvPr id="6" name="Text Placeholder 5">
            <a:extLst xmlns:a="http://schemas.openxmlformats.org/drawingml/2006/main">
              <a:ext uri="{FF2B5EF4-FFF2-40B4-BE49-F238E27FC236}">
                <a16:creationId xmlns:a16="http://schemas.microsoft.com/office/drawing/2014/main" id="{692E8514-1FD9-1D48-F636-D07CF9B3E97F}"/>
              </a:ext>
            </a:extLst>
          </p:cNvPr>
          <p:cNvSpPr>
            <a:spLocks xmlns:a="http://schemas.openxmlformats.org/drawingml/2006/main" noGrp="1"/>
          </p:cNvSpPr>
          <p:nvPr>
            <p:ph type="body" idx="25" hasCustomPrompt="1"/>
          </p:nvPr>
        </p:nvSpPr>
        <p:spPr>
          <a:xfrm xmlns:a="http://schemas.openxmlformats.org/drawingml/2006/main">
            <a:off x="6480000" y="1674393"/>
            <a:ext cx="5040000" cy="900000"/>
          </a:xfrm>
          <a:prstGeom xmlns:a="http://schemas.openxmlformats.org/drawingml/2006/main" prst="rect">
            <a:avLst/>
          </a:prstGeom>
        </p:spPr>
        <p:txBody>
          <a:bodyPr xmlns:a="http://schemas.openxmlformats.org/drawingml/2006/main" lIns="0" tIns="0" rIns="0" bIns="0"/>
          <a:lstStyle xmlns:a="http://schemas.openxmlformats.org/drawingml/2006/main">
            <a:lvl1pPr>
              <a:lnSpc>
                <a:spcPts val="3000"/>
              </a:lnSpc>
              <a:spcBef>
                <a:spcPts val="0"/>
              </a:spcBef>
              <a:buNone/>
              <a:defRPr sz="3000" b="1" i="0" spc="-150">
                <a:solidFill>
                  <a:srgbClr val="FFFFFF"/>
                </a:solidFill>
                <a:latin typeface="Arial"/>
                <a:ea typeface="Arial"/>
                <a:cs typeface="Arial"/>
              </a:defRPr>
            </a:lvl1pPr>
          </a:lstStyle>
          <a:p xmlns:a="http://schemas.openxmlformats.org/drawingml/2006/main">
            <a:pPr>
              <a:buNone/>
            </a:pPr>
            <a:r>
              <a:t>Headline goes here.</a:t>
            </a:r>
          </a:p>
          <a:p xmlns:a="http://schemas.openxmlformats.org/drawingml/2006/main">
            <a:pPr>
              <a:buNone/>
            </a:pPr>
            <a:r>
              <a:t>Maximum in 2 lines.</a:t>
            </a:r>
          </a:p>
        </p:txBody>
      </p:sp>
      <p:sp>
        <p:nvSpPr>
          <p:cNvPr id="8" name="Text Placeholder 7">
            <a:extLst xmlns:a="http://schemas.openxmlformats.org/drawingml/2006/main">
              <a:ext uri="{FF2B5EF4-FFF2-40B4-BE49-F238E27FC236}">
                <a16:creationId xmlns:a16="http://schemas.microsoft.com/office/drawing/2014/main" id="{39CEBE2D-F2C3-88C0-3F92-6DB010B000A0}"/>
              </a:ext>
            </a:extLst>
          </p:cNvPr>
          <p:cNvSpPr>
            <a:spLocks xmlns:a="http://schemas.openxmlformats.org/drawingml/2006/main" noGrp="1"/>
          </p:cNvSpPr>
          <p:nvPr>
            <p:ph type="body" idx="26" hasCustomPrompt="1"/>
          </p:nvPr>
        </p:nvSpPr>
        <p:spPr>
          <a:xfrm xmlns:a="http://schemas.openxmlformats.org/drawingml/2006/main">
            <a:off x="6480000" y="2834245"/>
            <a:ext cx="5040000" cy="3240000"/>
          </a:xfrm>
          <a:prstGeom xmlns:a="http://schemas.openxmlformats.org/drawingml/2006/main" prst="rect">
            <a:avLst/>
          </a:prstGeom>
        </p:spPr>
        <p:txBody>
          <a:bodyPr xmlns:a="http://schemas.openxmlformats.org/drawingml/2006/main" lIns="0" tIns="0" rIns="0" bIns="0"/>
          <a:lstStyle xmlns:a="http://schemas.openxmlformats.org/drawingml/2006/main">
            <a:lvl1pPr marL="230400" indent="-230400">
              <a:buChar char="•"/>
              <a:defRPr sz="1400">
                <a:solidFill>
                  <a:srgbClr val="FFFFFF"/>
                </a:solidFill>
              </a:defRPr>
            </a:lvl1pPr>
          </a:lstStyle>
          <a:p xmlns:a="http://schemas.openxmlformats.org/drawingml/2006/main">
            <a:pPr>
              <a:buNone/>
            </a:pPr>
            <a:r>
              <a:t>Lorem ipsum </a:t>
            </a:r>
            <a:r>
              <a:t>dolor</a:t>
            </a:r>
            <a:r>
              <a:t> sit </a:t>
            </a:r>
            <a:r>
              <a:t>amet</a:t>
            </a:r>
            <a:r>
              <a:t>, </a:t>
            </a:r>
            <a:r>
              <a:t>consectetuer</a:t>
            </a:r>
            <a:r>
              <a:t> </a:t>
            </a:r>
            <a:r>
              <a:t>adipiscing</a:t>
            </a:r>
            <a:r>
              <a:t> </a:t>
            </a:r>
            <a:r>
              <a:t>elit</a:t>
            </a:r>
            <a:r>
              <a:t>, </a:t>
            </a:r>
            <a:r>
              <a:t>sed</a:t>
            </a:r>
            <a:r>
              <a:t> </a:t>
            </a:r>
            <a:r>
              <a:t>diam</a:t>
            </a:r>
            <a:r>
              <a:t> </a:t>
            </a:r>
            <a:r>
              <a:t>nonummy</a:t>
            </a:r>
            <a:r>
              <a:t> </a:t>
            </a:r>
            <a:r>
              <a:t>nibh</a:t>
            </a:r>
            <a:r>
              <a:t> </a:t>
            </a:r>
            <a:r>
              <a:t>euismod</a:t>
            </a:r>
            <a:r>
              <a:t> </a:t>
            </a:r>
            <a:r>
              <a:t>tincidunt</a:t>
            </a:r>
            <a:r>
              <a:t> </a:t>
            </a:r>
            <a:r>
              <a:t>ut</a:t>
            </a:r>
            <a:r>
              <a:t> </a:t>
            </a:r>
            <a:r>
              <a:t>laoreet</a:t>
            </a:r>
            <a:r>
              <a:t> dolore magna </a:t>
            </a:r>
            <a:r>
              <a:t>aliquam</a:t>
            </a:r>
            <a:r>
              <a:t> </a:t>
            </a:r>
            <a:r>
              <a:t>erat</a:t>
            </a:r>
            <a:r>
              <a:t> </a:t>
            </a:r>
            <a:r>
              <a:t>volutpat</a:t>
            </a:r>
            <a:r>
              <a:t>.</a:t>
            </a:r>
          </a:p>
          <a:p xmlns:a="http://schemas.openxmlformats.org/drawingml/2006/main">
            <a:pPr>
              <a:buNone/>
            </a:pPr>
            <a:r>
              <a:t>Lorem ipsum </a:t>
            </a:r>
            <a:r>
              <a:t>dolor</a:t>
            </a:r>
            <a:r>
              <a:t> sit </a:t>
            </a:r>
            <a:r>
              <a:t>amet</a:t>
            </a:r>
            <a:r>
              <a:t>, </a:t>
            </a:r>
            <a:r>
              <a:t>consectetuer</a:t>
            </a:r>
            <a:r>
              <a:t> </a:t>
            </a:r>
            <a:r>
              <a:t>adipiscing</a:t>
            </a:r>
            <a:r>
              <a:t> </a:t>
            </a:r>
            <a:r>
              <a:t>elit</a:t>
            </a:r>
            <a:r>
              <a:t>, </a:t>
            </a:r>
            <a:r>
              <a:t>sed</a:t>
            </a:r>
            <a:r>
              <a:t> </a:t>
            </a:r>
            <a:r>
              <a:t>diam</a:t>
            </a:r>
            <a:r>
              <a:t> </a:t>
            </a:r>
            <a:r>
              <a:t>nonummy</a:t>
            </a:r>
            <a:r>
              <a:t> </a:t>
            </a:r>
            <a:r>
              <a:t>nibh</a:t>
            </a:r>
            <a:r>
              <a:t> </a:t>
            </a:r>
            <a:r>
              <a:t>euismod</a:t>
            </a:r>
            <a:r>
              <a:t> </a:t>
            </a:r>
            <a:r>
              <a:t>tincidunt</a:t>
            </a:r>
            <a:r>
              <a:t> </a:t>
            </a:r>
            <a:r>
              <a:t>ut</a:t>
            </a:r>
            <a:r>
              <a:t> </a:t>
            </a:r>
            <a:r>
              <a:t>laoreet</a:t>
            </a:r>
            <a:r>
              <a:t> dolore magna </a:t>
            </a:r>
            <a:r>
              <a:t>aliquam</a:t>
            </a:r>
            <a:r>
              <a:t> </a:t>
            </a:r>
            <a:r>
              <a:t>erat</a:t>
            </a:r>
            <a:r>
              <a:t> </a:t>
            </a:r>
            <a:r>
              <a:t>volutpat</a:t>
            </a:r>
            <a:r>
              <a:t>.</a:t>
            </a:r>
          </a:p>
          <a:p xmlns:a="http://schemas.openxmlformats.org/drawingml/2006/main">
            <a:pPr>
              <a:buNone/>
            </a:pPr>
            <a:r>
              <a:t>Lorem ipsum </a:t>
            </a:r>
            <a:r>
              <a:t>dolor</a:t>
            </a:r>
            <a:r>
              <a:t> sit </a:t>
            </a:r>
            <a:r>
              <a:t>amet</a:t>
            </a:r>
            <a:r>
              <a:t>, </a:t>
            </a:r>
            <a:r>
              <a:t>consectetuer</a:t>
            </a:r>
            <a:r>
              <a:t> </a:t>
            </a:r>
            <a:r>
              <a:t>adipiscing</a:t>
            </a:r>
            <a:r>
              <a:t> </a:t>
            </a:r>
            <a:r>
              <a:t>elit</a:t>
            </a:r>
            <a:r>
              <a:t>, </a:t>
            </a:r>
            <a:r>
              <a:t>sed</a:t>
            </a:r>
            <a:r>
              <a:t> </a:t>
            </a:r>
            <a:r>
              <a:t>diam</a:t>
            </a:r>
            <a:r>
              <a:t> </a:t>
            </a:r>
            <a:r>
              <a:t>nonummy</a:t>
            </a:r>
            <a:r>
              <a:t> </a:t>
            </a:r>
            <a:r>
              <a:t>nibh</a:t>
            </a:r>
            <a:r>
              <a:t> </a:t>
            </a:r>
            <a:r>
              <a:t>euismod</a:t>
            </a:r>
            <a:r>
              <a:t> </a:t>
            </a:r>
            <a:r>
              <a:t>tincidunt</a:t>
            </a:r>
            <a:r>
              <a:t> </a:t>
            </a:r>
            <a:r>
              <a:t>ut</a:t>
            </a:r>
            <a:r>
              <a:t> </a:t>
            </a:r>
            <a:r>
              <a:t>laoreet</a:t>
            </a:r>
            <a:r>
              <a:t> dolore magna </a:t>
            </a:r>
            <a:r>
              <a:t>aliquam</a:t>
            </a:r>
            <a:r>
              <a:t> </a:t>
            </a:r>
            <a:r>
              <a:t>erat</a:t>
            </a:r>
            <a:r>
              <a:t> </a:t>
            </a:r>
            <a:r>
              <a:t>volutpat</a:t>
            </a:r>
            <a:r>
              <a:t>.</a:t>
            </a:r>
          </a:p>
        </p:txBody>
      </p:sp>
      <p:sp>
        <p:nvSpPr>
          <p:cNvPr id="10" name="Text Placeholder 9">
            <a:extLst xmlns:a="http://schemas.openxmlformats.org/drawingml/2006/main">
              <a:ext uri="{FF2B5EF4-FFF2-40B4-BE49-F238E27FC236}">
                <a16:creationId xmlns:a16="http://schemas.microsoft.com/office/drawing/2014/main" id="{81C44C58-2ED7-4D46-7596-BC9E68CD7429}"/>
              </a:ext>
            </a:extLst>
          </p:cNvPr>
          <p:cNvSpPr>
            <a:spLocks xmlns:a="http://schemas.openxmlformats.org/drawingml/2006/main" noGrp="1"/>
          </p:cNvSpPr>
          <p:nvPr>
            <p:ph type="body" idx="27" hasCustomPrompt="1"/>
          </p:nvPr>
        </p:nvSpPr>
        <p:spPr>
          <a:xfrm xmlns:a="http://schemas.openxmlformats.org/drawingml/2006/main">
            <a:off x="360000" y="2834245"/>
            <a:ext cx="5040000" cy="3240000"/>
          </a:xfrm>
          <a:prstGeom xmlns:a="http://schemas.openxmlformats.org/drawingml/2006/main" prst="rect">
            <a:avLst/>
          </a:prstGeom>
        </p:spPr>
        <p:txBody>
          <a:bodyPr xmlns:a="http://schemas.openxmlformats.org/drawingml/2006/main" lIns="0" tIns="0" rIns="0" bIns="0"/>
          <a:lstStyle xmlns:a="http://schemas.openxmlformats.org/drawingml/2006/main">
            <a:lvl1pPr marL="230400" indent="-230400">
              <a:buChar char="•"/>
              <a:defRPr sz="1400">
                <a:solidFill>
                  <a:schemeClr val="bg1"/>
                </a:solidFill>
              </a:defRPr>
            </a:lvl1pPr>
          </a:lstStyle>
          <a:p xmlns:a="http://schemas.openxmlformats.org/drawingml/2006/main">
            <a:pPr>
              <a:buNone/>
            </a:pPr>
            <a:r>
              <a:t>Lorem ipsum </a:t>
            </a:r>
            <a:r>
              <a:t>dolor</a:t>
            </a:r>
            <a:r>
              <a:t> sit </a:t>
            </a:r>
            <a:r>
              <a:t>amet</a:t>
            </a:r>
            <a:r>
              <a:t>, </a:t>
            </a:r>
            <a:r>
              <a:t>consectetuer</a:t>
            </a:r>
            <a:r>
              <a:t> </a:t>
            </a:r>
            <a:r>
              <a:t>adipiscing</a:t>
            </a:r>
            <a:r>
              <a:t> </a:t>
            </a:r>
            <a:r>
              <a:t>elit</a:t>
            </a:r>
            <a:r>
              <a:t>, </a:t>
            </a:r>
            <a:r>
              <a:t>sed</a:t>
            </a:r>
            <a:r>
              <a:t> </a:t>
            </a:r>
            <a:r>
              <a:t>diam</a:t>
            </a:r>
            <a:r>
              <a:t> </a:t>
            </a:r>
            <a:r>
              <a:t>nonummy</a:t>
            </a:r>
            <a:r>
              <a:t> </a:t>
            </a:r>
            <a:r>
              <a:t>nibh</a:t>
            </a:r>
            <a:r>
              <a:t> </a:t>
            </a:r>
            <a:r>
              <a:t>euismod</a:t>
            </a:r>
            <a:r>
              <a:t> </a:t>
            </a:r>
            <a:r>
              <a:t>tincidunt</a:t>
            </a:r>
            <a:r>
              <a:t> </a:t>
            </a:r>
            <a:r>
              <a:t>ut</a:t>
            </a:r>
            <a:r>
              <a:t> </a:t>
            </a:r>
            <a:r>
              <a:t>laoreet</a:t>
            </a:r>
            <a:r>
              <a:t> dolore magna </a:t>
            </a:r>
            <a:r>
              <a:t>aliquam</a:t>
            </a:r>
            <a:r>
              <a:t> </a:t>
            </a:r>
            <a:r>
              <a:t>erat</a:t>
            </a:r>
            <a:r>
              <a:t> </a:t>
            </a:r>
            <a:r>
              <a:t>volutpat</a:t>
            </a:r>
            <a:r>
              <a:t>.</a:t>
            </a:r>
          </a:p>
          <a:p xmlns:a="http://schemas.openxmlformats.org/drawingml/2006/main">
            <a:pPr>
              <a:buNone/>
            </a:pPr>
            <a:r>
              <a:t>Lorem ipsum </a:t>
            </a:r>
            <a:r>
              <a:t>dolor</a:t>
            </a:r>
            <a:r>
              <a:t> sit </a:t>
            </a:r>
            <a:r>
              <a:t>amet</a:t>
            </a:r>
            <a:r>
              <a:t>, </a:t>
            </a:r>
            <a:r>
              <a:t>consectetuer</a:t>
            </a:r>
            <a:r>
              <a:t> </a:t>
            </a:r>
            <a:r>
              <a:t>adipiscing</a:t>
            </a:r>
            <a:r>
              <a:t> </a:t>
            </a:r>
            <a:r>
              <a:t>elit</a:t>
            </a:r>
            <a:r>
              <a:t>, </a:t>
            </a:r>
            <a:r>
              <a:t>sed</a:t>
            </a:r>
            <a:r>
              <a:t> </a:t>
            </a:r>
            <a:r>
              <a:t>diam</a:t>
            </a:r>
            <a:r>
              <a:t> </a:t>
            </a:r>
            <a:r>
              <a:t>nonummy</a:t>
            </a:r>
            <a:r>
              <a:t> </a:t>
            </a:r>
            <a:r>
              <a:t>nibh</a:t>
            </a:r>
            <a:r>
              <a:t> </a:t>
            </a:r>
            <a:r>
              <a:t>euismod</a:t>
            </a:r>
            <a:r>
              <a:t> </a:t>
            </a:r>
            <a:r>
              <a:t>tincidunt</a:t>
            </a:r>
            <a:r>
              <a:t> </a:t>
            </a:r>
            <a:r>
              <a:t>ut</a:t>
            </a:r>
            <a:r>
              <a:t> </a:t>
            </a:r>
            <a:r>
              <a:t>laoreet</a:t>
            </a:r>
            <a:r>
              <a:t> dolore magna </a:t>
            </a:r>
            <a:r>
              <a:t>aliquam</a:t>
            </a:r>
            <a:r>
              <a:t> </a:t>
            </a:r>
            <a:r>
              <a:t>erat</a:t>
            </a:r>
            <a:r>
              <a:t> </a:t>
            </a:r>
            <a:r>
              <a:t>volutpat</a:t>
            </a:r>
            <a:r>
              <a:t>.</a:t>
            </a:r>
          </a:p>
          <a:p xmlns:a="http://schemas.openxmlformats.org/drawingml/2006/main">
            <a:pPr>
              <a:buNone/>
            </a:pPr>
            <a:r>
              <a:t>Lorem ipsum </a:t>
            </a:r>
            <a:r>
              <a:t>dolor</a:t>
            </a:r>
            <a:r>
              <a:t> sit </a:t>
            </a:r>
            <a:r>
              <a:t>amet</a:t>
            </a:r>
            <a:r>
              <a:t>, </a:t>
            </a:r>
            <a:r>
              <a:t>consectetuer</a:t>
            </a:r>
            <a:r>
              <a:t> </a:t>
            </a:r>
            <a:r>
              <a:t>adipiscing</a:t>
            </a:r>
            <a:r>
              <a:t> </a:t>
            </a:r>
            <a:r>
              <a:t>elit</a:t>
            </a:r>
            <a:r>
              <a:t>, </a:t>
            </a:r>
            <a:r>
              <a:t>sed</a:t>
            </a:r>
            <a:r>
              <a:t> </a:t>
            </a:r>
            <a:r>
              <a:t>diam</a:t>
            </a:r>
            <a:r>
              <a:t> </a:t>
            </a:r>
            <a:r>
              <a:t>nonummy</a:t>
            </a:r>
            <a:r>
              <a:t> </a:t>
            </a:r>
            <a:r>
              <a:t>nibh</a:t>
            </a:r>
            <a:r>
              <a:t> </a:t>
            </a:r>
            <a:r>
              <a:t>euismod</a:t>
            </a:r>
            <a:r>
              <a:t> </a:t>
            </a:r>
            <a:r>
              <a:t>tincidunt</a:t>
            </a:r>
            <a:r>
              <a:t> </a:t>
            </a:r>
            <a:r>
              <a:t>ut</a:t>
            </a:r>
            <a:r>
              <a:t> </a:t>
            </a:r>
            <a:r>
              <a:t>laoreet</a:t>
            </a:r>
            <a:r>
              <a:t> dolore magna </a:t>
            </a:r>
            <a:r>
              <a:t>aliquam</a:t>
            </a:r>
            <a:r>
              <a:t> </a:t>
            </a:r>
            <a:r>
              <a:t>erat</a:t>
            </a:r>
            <a:r>
              <a:t> </a:t>
            </a:r>
            <a:r>
              <a:t>volutpat</a:t>
            </a:r>
            <a:r>
              <a:t>.</a:t>
            </a:r>
          </a:p>
        </p:txBody>
      </p:sp>
      <p:sp>
        <p:nvSpPr>
          <p:cNvPr id="4" name="Rectangle 26">
            <a:extLst xmlns:a="http://schemas.openxmlformats.org/drawingml/2006/main">
              <a:ext uri="{FF2B5EF4-FFF2-40B4-BE49-F238E27FC236}">
                <a16:creationId xmlns:a16="http://schemas.microsoft.com/office/drawing/2014/main" id="{AC0B41AC-E660-039B-D957-02D6B6044830}"/>
              </a:ext>
            </a:extLst>
          </p:cNvPr>
          <p:cNvSpPr>
            <a:spLocks xmlns:a="http://schemas.openxmlformats.org/drawingml/2006/main" noGrp="1"/>
          </p:cNvSpPr>
          <p:nvPr/>
        </p:nvSpPr>
        <p:spPr>
          <a:xfrm xmlns:a="http://schemas.openxmlformats.org/drawingml/2006/main">
            <a:off x="500" y="6761480"/>
            <a:ext cx="12178800" cy="96520"/>
          </a:xfrm>
          <a:prstGeom xmlns:a="http://schemas.openxmlformats.org/drawingml/2006/main" prst="rect">
            <a:avLst/>
          </a:prstGeom>
          <a:solidFill xmlns:a="http://schemas.openxmlformats.org/drawingml/2006/main">
            <a:schemeClr val="accent1"/>
          </a:solidFill>
          <a:ln xmlns:a="http://schemas.openxmlformats.org/drawingml/2006/main" w="12700"/>
        </p:spPr>
        <p:txBody>
          <a:bodyPr xmlns:a="http://schemas.openxmlformats.org/drawingml/2006/main" tIns="91439" bIns="91439" anchor="ctr"/>
          <a:lstStyle xmlns:a="http://schemas.openxmlformats.org/drawingml/2006/main"/>
          <a:p xmlns:a="http://schemas.openxmlformats.org/drawingml/2006/main">
            <a:pPr algn="ctr">
              <a:lnSpc>
                <a:spcPct val="100000"/>
              </a:lnSpc>
              <a:buNone/>
              <a:defRPr sz="2800">
                <a:solidFill>
                  <a:schemeClr val="accent3">
                    <a:lumOff val="3392"/>
                  </a:schemeClr>
                </a:solidFill>
              </a:defRPr>
            </a:pPr>
          </a:p>
        </p:txBody>
      </p:sp>
      <p:pic>
        <p:nvPicPr>
          <p:cNvPr id="777" name="Picture 2"/>
          <p:cNvPicPr>
            <a:picLocks xmlns:a="http://schemas.openxmlformats.org/drawingml/2006/main" noChangeAspect="1"/>
          </p:cNvPicPr>
          <p:nvPr/>
        </p:nvPicPr>
        <p:blipFill>
          <a:blip xmlns:r="http://schemas.openxmlformats.org/officeDocument/2006/relationships" xmlns:a="http://schemas.openxmlformats.org/drawingml/2006/main" r:embed="R2a1c952556f3416e"/>
          <a:stretch xmlns:a="http://schemas.openxmlformats.org/drawingml/2006/main">
            <a:fillRect l="0" t="0" r="0" b="0"/>
          </a:stretch>
        </p:blipFill>
        <p:spPr>
          <a:xfrm xmlns:a="http://schemas.openxmlformats.org/drawingml/2006/main">
            <a:off x="10897966" y="362285"/>
            <a:ext cx="835200" cy="417600"/>
          </a:xfrm>
          <a:prstGeom xmlns:a="http://schemas.openxmlformats.org/drawingml/2006/main" prst="rect">
            <a:avLst/>
          </a:prstGeom>
        </p:spPr>
      </p:pic>
    </p:spTree>
  </p:cSld>
</p:sldLayout>
</file>

<file path=ppt/slideLayouts/slideLayout11.xml><?xml version="1.0" encoding="utf-8"?>
<p:sldLayout xmlns:p="http://schemas.openxmlformats.org/presentationml/2006/main" showMasterSp="0" preserve="1" userDrawn="1">
  <p:cSld name="Quote Slide">
    <p:bg>
      <p:bgPr>
        <a:solidFill xmlns:a="http://schemas.openxmlformats.org/drawingml/2006/main">
          <a:schemeClr val="accent2"/>
        </a:solidFill>
      </p:bgPr>
    </p:bg>
    <p:spTree>
      <p:nvGrpSpPr>
        <p:cNvPr id="1" name=""/>
        <p:cNvGrpSpPr/>
        <p:nvPr/>
      </p:nvGrpSpPr>
      <p:grpSpPr>
        <a:xfrm xmlns:a="http://schemas.openxmlformats.org/drawingml/2006/main"/>
      </p:grpSpPr>
      <p:sp>
        <p:nvSpPr>
          <p:cNvPr id="824" name="Text Placeholder 49">
            <a:extLst xmlns:a="http://schemas.openxmlformats.org/drawingml/2006/main">
              <a:ext uri="{FF2B5EF4-FFF2-40B4-BE49-F238E27FC236}">
                <a16:creationId xmlns:a16="http://schemas.microsoft.com/office/drawing/2014/main" id="{0BC1C5DA-0539-4A14-8CAC-5FFB93F55FA1}"/>
              </a:ext>
            </a:extLst>
          </p:cNvPr>
          <p:cNvSpPr>
            <a:spLocks xmlns:a="http://schemas.openxmlformats.org/drawingml/2006/main" noGrp="1"/>
          </p:cNvSpPr>
          <p:nvPr/>
        </p:nvSpPr>
        <p:spPr>
          <a:xfrm xmlns:a="http://schemas.openxmlformats.org/drawingml/2006/main">
            <a:off x="3554946" y="4955133"/>
            <a:ext cx="2120057" cy="1"/>
          </a:xfrm>
          <a:custGeom xmlns:a="http://schemas.openxmlformats.org/drawingml/2006/main">
            <a:rect l="0" t="0" r="r" b="b"/>
            <a:pathLst>
              <a:path w="21600" h="0">
                <a:moveTo>
                  <a:pt x="0" y="0"/>
                </a:moveTo>
                <a:lnTo>
                  <a:pt x="21600" y="0"/>
                </a:lnTo>
                <a:lnTo>
                  <a:pt x="21600" y="0"/>
                </a:lnTo>
                <a:lnTo>
                  <a:pt x="0" y="0"/>
                </a:lnTo>
                <a:close/>
              </a:path>
            </a:pathLst>
          </a:cu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400">
                <a:solidFill>
                  <a:schemeClr val="accent3">
                    <a:lumOff val="3392"/>
                  </a:schemeClr>
                </a:solidFill>
              </a:defRPr>
            </a:lvl1pPr>
          </a:lstStyle>
          <a:p xmlns:a="http://schemas.openxmlformats.org/drawingml/2006/main">
            <a:r>
              <a:t> </a:t>
            </a:r>
          </a:p>
        </p:txBody>
      </p:sp>
      <p:sp>
        <p:nvSpPr>
          <p:cNvPr id="827" name="“">
            <a:extLst xmlns:a="http://schemas.openxmlformats.org/drawingml/2006/main">
              <a:ext uri="{FF2B5EF4-FFF2-40B4-BE49-F238E27FC236}">
                <a16:creationId xmlns:a16="http://schemas.microsoft.com/office/drawing/2014/main" id="{8E606C02-7032-454C-8AAA-7C14B5707FB8}"/>
              </a:ext>
            </a:extLst>
          </p:cNvPr>
          <p:cNvSpPr>
            <a:spLocks xmlns:a="http://schemas.openxmlformats.org/drawingml/2006/main" noGrp="1"/>
          </p:cNvSpPr>
          <p:nvPr/>
        </p:nvSpPr>
        <p:spPr>
          <a:xfrm xmlns:a="http://schemas.openxmlformats.org/drawingml/2006/main">
            <a:off x="1343734" y="2179914"/>
            <a:ext cx="239177" cy="327423"/>
          </a:xfrm>
          <a:prstGeom xmlns:a="http://schemas.openxmlformats.org/drawingml/2006/main" prst="rect">
            <a:avLst/>
          </a:prstGeom>
          <a:ln xmlns:a="http://schemas.openxmlformats.org/drawingml/2006/main" w="12700"/>
        </p:spPr>
        <p:txBody>
          <a:bodyPr xmlns:a="http://schemas.openxmlformats.org/drawingml/2006/main" lIns="0" tIns="0" rIns="0" bIns="0"/>
          <a:lstStyle xmlns:a="http://schemas.openxmlformats.org/drawingml/2006/main">
            <a:lvl1pPr>
              <a:lnSpc>
                <a:spcPts val="3800"/>
              </a:lnSpc>
              <a:buNone/>
              <a:defRPr sz="3800" spc="-173">
                <a:solidFill>
                  <a:schemeClr val="accent3">
                    <a:lumOff val="3392"/>
                  </a:schemeClr>
                </a:solidFill>
              </a:defRPr>
            </a:lvl1pPr>
          </a:lstStyle>
          <a:p xmlns:a="http://schemas.openxmlformats.org/drawingml/2006/main">
            <a:r>
              <a:rPr>
                <a:solidFill>
                  <a:schemeClr val="tx1"/>
                </a:solidFill>
              </a:rPr>
              <a:t>“</a:t>
            </a:r>
          </a:p>
        </p:txBody>
      </p:sp>
      <p:sp>
        <p:nvSpPr>
          <p:cNvPr id="828" name="Rectangle">
            <a:extLst xmlns:a="http://schemas.openxmlformats.org/drawingml/2006/main">
              <a:ext uri="{FF2B5EF4-FFF2-40B4-BE49-F238E27FC236}">
                <a16:creationId xmlns:a16="http://schemas.microsoft.com/office/drawing/2014/main" id="{860F9348-7935-4ABB-B5CE-30A0E0D35084}"/>
              </a:ext>
            </a:extLst>
          </p:cNvPr>
          <p:cNvSpPr>
            <a:spLocks xmlns:a="http://schemas.openxmlformats.org/drawingml/2006/main" noGrp="1"/>
          </p:cNvSpPr>
          <p:nvPr/>
        </p:nvSpPr>
        <p:spPr>
          <a:xfrm xmlns:a="http://schemas.openxmlformats.org/drawingml/2006/main">
            <a:off x="165529" y="190499"/>
            <a:ext cx="11848241" cy="6477001"/>
          </a:xfrm>
          <a:prstGeom xmlns:a="http://schemas.openxmlformats.org/drawingml/2006/main" prst="rect">
            <a:avLst/>
          </a:prstGeom>
          <a:ln xmlns:a="http://schemas.openxmlformats.org/drawingml/2006/main">
            <a:solidFill>
              <a:schemeClr val="tx1"/>
            </a:solidFill>
          </a:ln>
        </p:spPr>
        <p:txBody>
          <a:bodyPr xmlns:a="http://schemas.openxmlformats.org/drawingml/2006/main" tIns="91439" bIns="91439" anchor="ctr"/>
          <a:lstStyle xmlns:a="http://schemas.openxmlformats.org/drawingml/2006/main"/>
          <a:p xmlns:a="http://schemas.openxmlformats.org/drawingml/2006/main">
            <a:pPr algn="ctr">
              <a:lnSpc>
                <a:spcPct val="100000"/>
              </a:lnSpc>
              <a:buNone/>
              <a:defRPr sz="2800">
                <a:solidFill>
                  <a:schemeClr val="accent3"/>
                </a:solidFill>
              </a:defRPr>
            </a:pPr>
          </a:p>
        </p:txBody>
      </p:sp>
      <p:sp>
        <p:nvSpPr>
          <p:cNvPr id="831" name="Square">
            <a:extLst xmlns:a="http://schemas.openxmlformats.org/drawingml/2006/main">
              <a:ext uri="{FF2B5EF4-FFF2-40B4-BE49-F238E27FC236}">
                <a16:creationId xmlns:a16="http://schemas.microsoft.com/office/drawing/2014/main" id="{DD540E37-FE81-4869-BDA8-51FC00554B54}"/>
              </a:ext>
            </a:extLst>
          </p:cNvPr>
          <p:cNvSpPr>
            <a:spLocks xmlns:a="http://schemas.openxmlformats.org/drawingml/2006/main" noGrp="1"/>
          </p:cNvSpPr>
          <p:nvPr/>
        </p:nvSpPr>
        <p:spPr>
          <a:xfrm xmlns:a="http://schemas.openxmlformats.org/drawingml/2006/main" rot="10800000" flipH="1">
            <a:off x="9366432" y="5569929"/>
            <a:ext cx="505472" cy="505473"/>
          </a:xfrm>
          <a:prstGeom xmlns:a="http://schemas.openxmlformats.org/drawingml/2006/main" prst="rect">
            <a:avLst/>
          </a:prstGeom>
          <a:solidFill xmlns:a="http://schemas.openxmlformats.org/drawingml/2006/main">
            <a:srgbClr val="0BA2B3"/>
          </a:solidFill>
          <a:ln xmlns:a="http://schemas.openxmlformats.org/drawingml/2006/main" w="12700"/>
        </p:spPr>
        <p:txBody>
          <a:bodyPr xmlns:a="http://schemas.openxmlformats.org/drawingml/2006/main" tIns="91439" bIns="91439" anchor="ctr"/>
          <a:lstStyle xmlns:a="http://schemas.openxmlformats.org/drawingml/2006/main"/>
          <a:p xmlns:a="http://schemas.openxmlformats.org/drawingml/2006/main">
            <a:pPr algn="ctr">
              <a:lnSpc>
                <a:spcPct val="100000"/>
              </a:lnSpc>
              <a:buNone/>
              <a:defRPr sz="2800">
                <a:solidFill>
                  <a:schemeClr val="accent3">
                    <a:lumOff val="3392"/>
                  </a:schemeClr>
                </a:solidFill>
              </a:defRPr>
            </a:pPr>
          </a:p>
        </p:txBody>
      </p:sp>
      <p:sp>
        <p:nvSpPr>
          <p:cNvPr id="7" name="Title 6">
            <a:extLst xmlns:a="http://schemas.openxmlformats.org/drawingml/2006/main">
              <a:ext uri="{FF2B5EF4-FFF2-40B4-BE49-F238E27FC236}">
                <a16:creationId xmlns:a16="http://schemas.microsoft.com/office/drawing/2014/main" id="{988AE7EF-64E9-48B7-4CF2-BE88B7C09CA6}"/>
              </a:ext>
            </a:extLst>
          </p:cNvPr>
          <p:cNvSpPr>
            <a:spLocks xmlns:a="http://schemas.openxmlformats.org/drawingml/2006/main" noGrp="1"/>
          </p:cNvSpPr>
          <p:nvPr>
            <p:ph type="title" idx="0" hasCustomPrompt="1"/>
          </p:nvPr>
        </p:nvSpPr>
        <p:spPr>
          <a:xfrm xmlns:a="http://schemas.openxmlformats.org/drawingml/2006/main">
            <a:off x="1591200" y="2187168"/>
            <a:ext cx="8405525" cy="1977391"/>
          </a:xfrm>
          <a:prstGeom xmlns:a="http://schemas.openxmlformats.org/drawingml/2006/main" prst="rect">
            <a:avLst/>
          </a:prstGeom>
        </p:spPr>
        <p:txBody>
          <a:bodyPr xmlns:a="http://schemas.openxmlformats.org/drawingml/2006/main"/>
          <a:lstStyle xmlns:a="http://schemas.openxmlformats.org/drawingml/2006/main">
            <a:lvl1pPr>
              <a:lnSpc>
                <a:spcPts val="3800"/>
              </a:lnSpc>
              <a:spcBef>
                <a:spcPts val="0"/>
              </a:spcBef>
              <a:buNone/>
              <a:defRPr sz="3800" spc="-170">
                <a:solidFill>
                  <a:srgbClr val="FFFFFF"/>
                </a:solidFill>
              </a:defRPr>
            </a:lvl1pPr>
          </a:lstStyle>
          <a:p xmlns:a="http://schemas.openxmlformats.org/drawingml/2006/main">
            <a:r>
              <a:t>Neceptatio</a:t>
            </a:r>
            <a:r>
              <a:t> </a:t>
            </a:r>
            <a:r>
              <a:t>odis</a:t>
            </a:r>
            <a:r>
              <a:t> non cum que </a:t>
            </a:r>
            <a:r>
              <a:t>molum</a:t>
            </a:r>
            <a:r>
              <a:t> qui </a:t>
            </a:r>
            <a:r>
              <a:t>berum</a:t>
            </a:r>
            <a:r>
              <a:t> re </a:t>
            </a:r>
            <a:r>
              <a:t>ea</a:t>
            </a:r>
            <a:r>
              <a:t> </a:t>
            </a:r>
            <a:r>
              <a:t>adi</a:t>
            </a:r>
            <a:r>
              <a:t> </a:t>
            </a:r>
            <a:r>
              <a:t>dest</a:t>
            </a:r>
            <a:r>
              <a:t> </a:t>
            </a:r>
            <a:r>
              <a:t>asimus</a:t>
            </a:r>
            <a:r>
              <a:t> </a:t>
            </a:r>
            <a:r>
              <a:t>modit</a:t>
            </a:r>
            <a:r>
              <a:t> </a:t>
            </a:r>
            <a:r>
              <a:t>iumet</a:t>
            </a:r>
            <a:r>
              <a:t> </a:t>
            </a:r>
            <a:r>
              <a:t>optate</a:t>
            </a:r>
            <a:r>
              <a:t> </a:t>
            </a:r>
            <a:r>
              <a:t>vernam</a:t>
            </a:r>
            <a:r>
              <a:t> as qui </a:t>
            </a:r>
            <a:r>
              <a:t>officabores</a:t>
            </a:r>
            <a:r>
              <a:t> </a:t>
            </a:r>
            <a:r>
              <a:t>asi</a:t>
            </a:r>
            <a:r>
              <a:t> od </a:t>
            </a:r>
            <a:r>
              <a:t>quam</a:t>
            </a:r>
            <a:r>
              <a:t> ex.”</a:t>
            </a:r>
          </a:p>
        </p:txBody>
      </p:sp>
      <p:sp>
        <p:nvSpPr>
          <p:cNvPr id="4" name="Text Placeholder 3">
            <a:extLst xmlns:a="http://schemas.openxmlformats.org/drawingml/2006/main">
              <a:ext uri="{FF2B5EF4-FFF2-40B4-BE49-F238E27FC236}">
                <a16:creationId xmlns:a16="http://schemas.microsoft.com/office/drawing/2014/main" id="{0C98FABA-03E9-FFE1-F488-077364696FEB}"/>
              </a:ext>
            </a:extLst>
          </p:cNvPr>
          <p:cNvSpPr>
            <a:spLocks xmlns:a="http://schemas.openxmlformats.org/drawingml/2006/main" noGrp="1"/>
          </p:cNvSpPr>
          <p:nvPr>
            <p:ph type="body" idx="21"/>
          </p:nvPr>
        </p:nvSpPr>
        <p:spPr>
          <a:xfrm xmlns:a="http://schemas.openxmlformats.org/drawingml/2006/main">
            <a:off x="1591200" y="4421963"/>
            <a:ext cx="7025229" cy="83551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a:spcBef>
                <a:spcPts val="0"/>
              </a:spcBef>
              <a:buNone/>
              <a:defRPr sz="1600" b="1">
                <a:solidFill>
                  <a:schemeClr val="tx1"/>
                </a:solidFill>
              </a:defRPr>
            </a:lvl1pPr>
            <a:lvl2pPr marL="0" indent="0">
              <a:spcBef>
                <a:spcPts val="0"/>
              </a:spcBef>
              <a:buNone/>
              <a:defRPr sz="1600" b="1">
                <a:solidFill>
                  <a:schemeClr val="tx2"/>
                </a:solidFill>
              </a:defRPr>
            </a:lvl2pPr>
            <a:lvl3pPr marL="0" indent="0">
              <a:spcBef>
                <a:spcPts val="0"/>
              </a:spcBef>
              <a:buNone/>
              <a:defRPr sz="1600">
                <a:solidFill>
                  <a:schemeClr val="tx2"/>
                </a:solidFill>
              </a:defRPr>
            </a:lvl3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p:txBody>
      </p:sp>
      <p:pic>
        <p:nvPicPr>
          <p:cNvPr id="834" name="Picture 2"/>
          <p:cNvPicPr>
            <a:picLocks xmlns:a="http://schemas.openxmlformats.org/drawingml/2006/main" noChangeAspect="1"/>
          </p:cNvPicPr>
          <p:nvPr/>
        </p:nvPicPr>
        <p:blipFill>
          <a:blip xmlns:r="http://schemas.openxmlformats.org/officeDocument/2006/relationships" xmlns:a="http://schemas.openxmlformats.org/drawingml/2006/main" r:embed="R3476260434b84d6d"/>
          <a:stretch xmlns:a="http://schemas.openxmlformats.org/drawingml/2006/main">
            <a:fillRect l="0" t="0" r="0" b="0"/>
          </a:stretch>
        </p:blipFill>
        <p:spPr>
          <a:xfrm xmlns:a="http://schemas.openxmlformats.org/drawingml/2006/main">
            <a:off x="9374886" y="5067046"/>
            <a:ext cx="2006600" cy="1003300"/>
          </a:xfrm>
          <a:prstGeom xmlns:a="http://schemas.openxmlformats.org/drawingml/2006/main" prst="rect">
            <a:avLst/>
          </a:prstGeom>
        </p:spPr>
      </p:pic>
      <p:pic>
        <p:nvPicPr>
          <p:cNvPr id="835" name="Picture 1"/>
          <p:cNvPicPr>
            <a:picLocks xmlns:a="http://schemas.openxmlformats.org/drawingml/2006/main" noChangeAspect="1"/>
          </p:cNvPicPr>
          <p:nvPr/>
        </p:nvPicPr>
        <p:blipFill>
          <a:blip xmlns:r="http://schemas.openxmlformats.org/officeDocument/2006/relationships" xmlns:a="http://schemas.openxmlformats.org/drawingml/2006/main" r:embed="Ra53b75615a994785"/>
          <a:stretch xmlns:a="http://schemas.openxmlformats.org/drawingml/2006/main">
            <a:fillRect l="0" t="0" r="0" b="0"/>
          </a:stretch>
        </p:blipFill>
        <p:spPr>
          <a:xfrm xmlns:a="http://schemas.openxmlformats.org/drawingml/2006/main">
            <a:off x="10897966" y="362285"/>
            <a:ext cx="835200" cy="417600"/>
          </a:xfrm>
          <a:prstGeom xmlns:a="http://schemas.openxmlformats.org/drawingml/2006/main" prst="rect">
            <a:avLst/>
          </a:prstGeom>
        </p:spPr>
      </p:pic>
    </p:spTree>
  </p:cSld>
</p:sldLayout>
</file>

<file path=ppt/slideLayouts/slideLayout12.xml><?xml version="1.0" encoding="utf-8"?>
<p:sldLayout xmlns:p="http://schemas.openxmlformats.org/presentationml/2006/main" preserve="1" userDrawn="1">
  <p:cSld name="Content with photo">
    <p:spTree>
      <p:nvGrpSpPr>
        <p:cNvPr id="1" name=""/>
        <p:cNvGrpSpPr/>
        <p:nvPr/>
      </p:nvGrpSpPr>
      <p:grpSpPr>
        <a:xfrm xmlns:a="http://schemas.openxmlformats.org/drawingml/2006/main"/>
      </p:grpSpPr>
      <p:sp>
        <p:nvSpPr>
          <p:cNvPr id="4" name="Picture Placeholder 13">
            <a:extLst xmlns:a="http://schemas.openxmlformats.org/drawingml/2006/main">
              <a:ext uri="{FF2B5EF4-FFF2-40B4-BE49-F238E27FC236}">
                <a16:creationId xmlns:a16="http://schemas.microsoft.com/office/drawing/2014/main" id="{6428E0B8-6EE1-8590-A6C5-89D1F5E64790}"/>
              </a:ext>
            </a:extLst>
          </p:cNvPr>
          <p:cNvSpPr>
            <a:spLocks xmlns:a="http://schemas.openxmlformats.org/drawingml/2006/main" noGrp="1"/>
          </p:cNvSpPr>
          <p:nvPr>
            <p:ph type="pic" idx="22"/>
          </p:nvPr>
        </p:nvSpPr>
        <p:spPr>
          <a:xfrm xmlns:a="http://schemas.openxmlformats.org/drawingml/2006/main">
            <a:off x="7937500" y="1447601"/>
            <a:ext cx="4241800" cy="5410399"/>
          </a:xfrm>
          <a:prstGeom xmlns:a="http://schemas.openxmlformats.org/drawingml/2006/main" prst="rect">
            <a:avLst/>
          </a:prstGeom>
        </p:spPr>
        <p:txBody>
          <a:bodyPr xmlns:a="http://schemas.openxmlformats.org/drawingml/2006/main" lIns="91439" tIns="45719" rIns="91439" bIns="45719"/>
          <a:lstStyle xmlns:a="http://schemas.openxmlformats.org/drawingml/2006/main">
            <a:lvl1pPr>
              <a:buNone/>
              <a:defRPr>
                <a:solidFill>
                  <a:schemeClr val="bg1"/>
                </a:solidFill>
              </a:defRPr>
            </a:lvl1pPr>
          </a:lstStyle>
          <a:p xmlns:a="http://schemas.openxmlformats.org/drawingml/2006/main">
            <a:r>
              <a:t>Click icon to add picture</a:t>
            </a:r>
          </a:p>
        </p:txBody>
      </p:sp>
      <p:sp>
        <p:nvSpPr>
          <p:cNvPr id="2" name="Title 1">
            <a:extLst xmlns:a="http://schemas.openxmlformats.org/drawingml/2006/main">
              <a:ext uri="{FF2B5EF4-FFF2-40B4-BE49-F238E27FC236}">
                <a16:creationId xmlns:a16="http://schemas.microsoft.com/office/drawing/2014/main" id="{032CE473-5689-D388-CADC-2FF6411A555B}"/>
              </a:ext>
            </a:extLst>
          </p:cNvPr>
          <p:cNvSpPr>
            <a:spLocks xmlns:a="http://schemas.openxmlformats.org/drawingml/2006/main" noGrp="1"/>
          </p:cNvSpPr>
          <p:nvPr>
            <p:ph type="title" idx="0" hasCustomPrompt="1"/>
          </p:nvPr>
        </p:nvSpPr>
        <p:spPr/>
        <p:txBody>
          <a:bodyPr xmlns:a="http://schemas.openxmlformats.org/drawingml/2006/main" wrap="square"/>
          <a:lstStyle xmlns:a="http://schemas.openxmlformats.org/drawingml/2006/main">
            <a:lvl1pPr>
              <a:buNone/>
              <a:defRPr>
                <a:solidFill>
                  <a:schemeClr val="bg1"/>
                </a:solidFill>
              </a:defRPr>
            </a:lvl1pPr>
          </a:lstStyle>
          <a:p xmlns:a="http://schemas.openxmlformats.org/drawingml/2006/main">
            <a:r>
              <a:t>Headline goes here. Maximum in 2 lines.</a:t>
            </a:r>
            <a:br/>
            <a:r>
              <a:t>All headlines should be sentence case.</a:t>
            </a:r>
          </a:p>
        </p:txBody>
      </p:sp>
      <p:sp>
        <p:nvSpPr>
          <p:cNvPr id="3" name="Slide Number Placeholder 2">
            <a:extLst xmlns:a="http://schemas.openxmlformats.org/drawingml/2006/main">
              <a:ext uri="{FF2B5EF4-FFF2-40B4-BE49-F238E27FC236}">
                <a16:creationId xmlns:a16="http://schemas.microsoft.com/office/drawing/2014/main" id="{5E58C377-31E1-B6AF-B5CB-DB6A8E4A721F}"/>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86CB4B4D-7CA3-9044-876B-883B54F8677D}" type="slidenum">
              <a:t>‹#›</a:t>
            </a:fld>
          </a:p>
        </p:txBody>
      </p:sp>
      <p:sp>
        <p:nvSpPr>
          <p:cNvPr id="6" name="Text Placeholder 3">
            <a:extLst xmlns:a="http://schemas.openxmlformats.org/drawingml/2006/main">
              <a:ext uri="{FF2B5EF4-FFF2-40B4-BE49-F238E27FC236}">
                <a16:creationId xmlns:a16="http://schemas.microsoft.com/office/drawing/2014/main" id="{D3833682-F29A-7019-93CC-CF5F9A6F20EE}"/>
              </a:ext>
            </a:extLst>
          </p:cNvPr>
          <p:cNvSpPr>
            <a:spLocks xmlns:a="http://schemas.openxmlformats.org/drawingml/2006/main" noGrp="1"/>
          </p:cNvSpPr>
          <p:nvPr>
            <p:ph type="body" idx="15" hasCustomPrompt="1"/>
          </p:nvPr>
        </p:nvSpPr>
        <p:spPr>
          <a:xfrm xmlns:a="http://schemas.openxmlformats.org/drawingml/2006/main">
            <a:off x="360000" y="1440000"/>
            <a:ext cx="7200000" cy="3600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a:lnSpc>
                <a:spcPts val="2200"/>
              </a:lnSpc>
              <a:spcBef>
                <a:spcPts val="0"/>
              </a:spcBef>
              <a:buNone/>
              <a:defRPr sz="2200" b="1" spc="-40">
                <a:solidFill>
                  <a:schemeClr val="bg1"/>
                </a:solidFill>
              </a:defRPr>
            </a:lvl1pPr>
            <a:lvl2pPr marL="0" indent="-104400">
              <a:lnSpc>
                <a:spcPts val="1600"/>
              </a:lnSpc>
              <a:spcBef>
                <a:spcPts val="1000"/>
              </a:spcBef>
              <a:buNone/>
              <a:defRPr sz="1200" b="0" spc="-40">
                <a:solidFill>
                  <a:srgbClr val="172325"/>
                </a:solidFill>
              </a:defRPr>
            </a:lvl2pPr>
            <a:lvl3pPr marL="273600" indent="-104400">
              <a:lnSpc>
                <a:spcPts val="1600"/>
              </a:lnSpc>
              <a:spcBef>
                <a:spcPts val="1000"/>
              </a:spcBef>
              <a:buChar char="•"/>
              <a:defRPr sz="1200" spc="-40">
                <a:solidFill>
                  <a:schemeClr val="bg1"/>
                </a:solidFill>
              </a:defRPr>
            </a:lvl3pPr>
            <a:lvl4pPr marL="339147" indent="0">
              <a:buNone/>
              <a:defRPr>
                <a:solidFill>
                  <a:srgbClr val="172325"/>
                </a:solidFill>
              </a:defRPr>
            </a:lvl4pPr>
            <a:lvl5pPr marL="513137" indent="0">
              <a:buNone/>
              <a:defRPr>
                <a:solidFill>
                  <a:srgbClr val="172325"/>
                </a:solidFill>
              </a:defRPr>
            </a:lvl5pPr>
            <a:lvl6pPr marL="730800">
              <a:buNone/>
              <a:defRPr>
                <a:solidFill>
                  <a:srgbClr val="FFFFFF"/>
                </a:solidFill>
              </a:defRPr>
            </a:lvl6pPr>
          </a:lstStyle>
          <a:p xmlns:a="http://schemas.openxmlformats.org/drawingml/2006/main">
            <a:pPr>
              <a:buNone/>
            </a:pPr>
            <a:r>
              <a:t>Subtitle</a:t>
            </a:r>
          </a:p>
          <a:p xmlns:a="http://schemas.openxmlformats.org/drawingml/2006/main">
            <a:pPr>
              <a:buNone/>
            </a:pPr>
          </a:p>
        </p:txBody>
      </p:sp>
      <p:sp>
        <p:nvSpPr>
          <p:cNvPr id="11" name="Content Placeholder 2">
            <a:extLst xmlns:a="http://schemas.openxmlformats.org/drawingml/2006/main">
              <a:ext uri="{FF2B5EF4-FFF2-40B4-BE49-F238E27FC236}">
                <a16:creationId xmlns:a16="http://schemas.microsoft.com/office/drawing/2014/main" id="{E3D24A5C-25E7-EC55-F88D-6ED9476B84A5}"/>
              </a:ext>
            </a:extLst>
          </p:cNvPr>
          <p:cNvSpPr>
            <a:spLocks xmlns:a="http://schemas.openxmlformats.org/drawingml/2006/main" noGrp="1"/>
          </p:cNvSpPr>
          <p:nvPr>
            <p:ph idx="16"/>
          </p:nvPr>
        </p:nvSpPr>
        <p:spPr>
          <a:xfrm xmlns:a="http://schemas.openxmlformats.org/drawingml/2006/main">
            <a:off x="360000" y="1799999"/>
            <a:ext cx="7200000" cy="4320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pic>
        <p:nvPicPr>
          <p:cNvPr id="12" name="Picture 4"/>
          <p:cNvPicPr>
            <a:picLocks xmlns:a="http://schemas.openxmlformats.org/drawingml/2006/main" noChangeAspect="1"/>
          </p:cNvPicPr>
          <p:nvPr/>
        </p:nvPicPr>
        <p:blipFill>
          <a:blip xmlns:r="http://schemas.openxmlformats.org/officeDocument/2006/relationships" xmlns:a="http://schemas.openxmlformats.org/drawingml/2006/main" r:embed="R8df277f868484a7c"/>
          <a:stretch xmlns:a="http://schemas.openxmlformats.org/drawingml/2006/main">
            <a:fillRect l="0" t="0" r="0" b="0"/>
          </a:stretch>
        </p:blipFill>
        <p:spPr>
          <a:xfrm xmlns:a="http://schemas.openxmlformats.org/drawingml/2006/main">
            <a:off x="7937500" y="3935445"/>
            <a:ext cx="965200" cy="965200"/>
          </a:xfrm>
          <a:prstGeom xmlns:a="http://schemas.openxmlformats.org/drawingml/2006/main" prst="rect">
            <a:avLst/>
          </a:prstGeom>
        </p:spPr>
      </p:pic>
      <p:sp>
        <p:nvSpPr>
          <p:cNvPr id="7" name="Neceptatio odis non cum que molum qui berum re ea adi dest asimus modit iumet optate vernam as qui officabores asi od quam ex el id qui des repe sinvelendion. Andebitiis quae corehent aut alicimus.">
            <a:extLst xmlns:a="http://schemas.openxmlformats.org/drawingml/2006/main">
              <a:ext uri="{FF2B5EF4-FFF2-40B4-BE49-F238E27FC236}">
                <a16:creationId xmlns:a16="http://schemas.microsoft.com/office/drawing/2014/main" id="{2DBBBB28-154D-7A9D-62D2-50AF83AE98E4}"/>
              </a:ext>
            </a:extLst>
          </p:cNvPr>
          <p:cNvSpPr>
            <a:spLocks xmlns:a="http://schemas.openxmlformats.org/drawingml/2006/main" noGrp="1"/>
          </p:cNvSpPr>
          <p:nvPr>
            <p:ph type="body" idx="23"/>
          </p:nvPr>
        </p:nvSpPr>
        <p:spPr>
          <a:xfrm xmlns:a="http://schemas.openxmlformats.org/drawingml/2006/main">
            <a:off x="2793987" y="4888595"/>
            <a:ext cx="6980036" cy="1969405"/>
          </a:xfrm>
          <a:prstGeom xmlns:a="http://schemas.openxmlformats.org/drawingml/2006/main" prst="rect">
            <a:avLst/>
          </a:prstGeom>
          <a:solidFill xmlns:a="http://schemas.openxmlformats.org/drawingml/2006/main">
            <a:srgbClr val="CCF2FF"/>
          </a:solidFill>
        </p:spPr>
        <p:txBody>
          <a:bodyPr xmlns:a="http://schemas.openxmlformats.org/drawingml/2006/main" lIns="317500" tIns="317500" rIns="317500" bIns="317500"/>
          <a:lstStyle xmlns:a="http://schemas.openxmlformats.org/drawingml/2006/main">
            <a:lvl1pPr>
              <a:lnSpc>
                <a:spcPts val="2200"/>
              </a:lnSpc>
              <a:spcBef>
                <a:spcPts val="0"/>
              </a:spcBef>
              <a:buNone/>
              <a:defRPr sz="1900" b="1">
                <a:solidFill>
                  <a:schemeClr val="accent1"/>
                </a:solidFill>
              </a:defRPr>
            </a:lvl1pPr>
          </a:lstStyle>
          <a:p xmlns:a="http://schemas.openxmlformats.org/drawingml/2006/main">
            <a:pPr>
              <a:buNone/>
            </a:pPr>
            <a:r>
              <a:t>Click to edit Master text styles</a:t>
            </a:r>
          </a:p>
        </p:txBody>
      </p:sp>
      <p:sp>
        <p:nvSpPr>
          <p:cNvPr id="8" name="Rectangle 26">
            <a:extLst xmlns:a="http://schemas.openxmlformats.org/drawingml/2006/main">
              <a:ext uri="{FF2B5EF4-FFF2-40B4-BE49-F238E27FC236}">
                <a16:creationId xmlns:a16="http://schemas.microsoft.com/office/drawing/2014/main" id="{DF3D7E2A-8027-802D-0766-6B4C04B5301B}"/>
              </a:ext>
            </a:extLst>
          </p:cNvPr>
          <p:cNvSpPr>
            <a:spLocks xmlns:a="http://schemas.openxmlformats.org/drawingml/2006/main" noGrp="1"/>
          </p:cNvSpPr>
          <p:nvPr/>
        </p:nvSpPr>
        <p:spPr>
          <a:xfrm xmlns:a="http://schemas.openxmlformats.org/drawingml/2006/main">
            <a:off x="500" y="6761480"/>
            <a:ext cx="12178800" cy="96520"/>
          </a:xfrm>
          <a:prstGeom xmlns:a="http://schemas.openxmlformats.org/drawingml/2006/main" prst="rect">
            <a:avLst/>
          </a:prstGeom>
          <a:solidFill xmlns:a="http://schemas.openxmlformats.org/drawingml/2006/main">
            <a:schemeClr val="accent1"/>
          </a:solidFill>
          <a:ln xmlns:a="http://schemas.openxmlformats.org/drawingml/2006/main" w="12700"/>
        </p:spPr>
        <p:txBody>
          <a:bodyPr xmlns:a="http://schemas.openxmlformats.org/drawingml/2006/main" tIns="91439" bIns="91439" anchor="ctr"/>
          <a:lstStyle xmlns:a="http://schemas.openxmlformats.org/drawingml/2006/main"/>
          <a:p xmlns:a="http://schemas.openxmlformats.org/drawingml/2006/main">
            <a:pPr algn="ctr">
              <a:lnSpc>
                <a:spcPct val="100000"/>
              </a:lnSpc>
              <a:buNone/>
              <a:defRPr sz="2800">
                <a:solidFill>
                  <a:schemeClr val="accent3">
                    <a:lumOff val="3392"/>
                  </a:schemeClr>
                </a:solidFill>
              </a:defRPr>
            </a:pPr>
          </a:p>
        </p:txBody>
      </p:sp>
    </p:spTree>
  </p:cSld>
</p:sldLayout>
</file>

<file path=ppt/slideLayouts/slideLayout13.xml><?xml version="1.0" encoding="utf-8"?>
<p:sldLayout xmlns:p="http://schemas.openxmlformats.org/presentationml/2006/main" showMasterSp="0" preserve="1" userDrawn="1">
  <p:cSld name="TOC Slide 4">
    <p:bg>
      <p:bgPr>
        <a:solidFill xmlns:a="http://schemas.openxmlformats.org/drawingml/2006/main">
          <a:schemeClr val="accent4"/>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32CE473-5689-D388-CADC-2FF6411A555B}"/>
              </a:ext>
            </a:extLst>
          </p:cNvPr>
          <p:cNvSpPr>
            <a:spLocks xmlns:a="http://schemas.openxmlformats.org/drawingml/2006/main" noGrp="1"/>
          </p:cNvSpPr>
          <p:nvPr>
            <p:ph type="title" idx="0" hasCustomPrompt="1"/>
          </p:nvPr>
        </p:nvSpPr>
        <p:spPr>
          <a:xfrm xmlns:a="http://schemas.openxmlformats.org/drawingml/2006/main">
            <a:off x="359999" y="360000"/>
            <a:ext cx="9000000" cy="900000"/>
          </a:xfrm>
        </p:spPr>
        <p:txBody>
          <a:bodyPr xmlns:a="http://schemas.openxmlformats.org/drawingml/2006/main" wrap="square"/>
          <a:lstStyle xmlns:a="http://schemas.openxmlformats.org/drawingml/2006/main">
            <a:lvl1pPr>
              <a:buNone/>
              <a:defRPr>
                <a:solidFill>
                  <a:schemeClr val="tx1"/>
                </a:solidFill>
              </a:defRPr>
            </a:lvl1pPr>
          </a:lstStyle>
          <a:p xmlns:a="http://schemas.openxmlformats.org/drawingml/2006/main">
            <a:r>
              <a:t>Headline goes here. Maximum in 2 lines.</a:t>
            </a:r>
            <a:br/>
            <a:r>
              <a:t>All headlines should be sentence case.</a:t>
            </a:r>
          </a:p>
        </p:txBody>
      </p:sp>
      <p:sp>
        <p:nvSpPr>
          <p:cNvPr id="3" name="Slide Number Placeholder 2">
            <a:extLst xmlns:a="http://schemas.openxmlformats.org/drawingml/2006/main">
              <a:ext uri="{FF2B5EF4-FFF2-40B4-BE49-F238E27FC236}">
                <a16:creationId xmlns:a16="http://schemas.microsoft.com/office/drawing/2014/main" id="{5E58C377-31E1-B6AF-B5CB-DB6A8E4A721F}"/>
              </a:ext>
            </a:extLst>
          </p:cNvPr>
          <p:cNvSpPr>
            <a:spLocks xmlns:a="http://schemas.openxmlformats.org/drawingml/2006/main" noGrp="1"/>
          </p:cNvSpPr>
          <p:nvPr>
            <p:ph type="sldNum" idx="10"/>
          </p:nvPr>
        </p:nvSpPr>
        <p:spPr>
          <a:xfrm xmlns:a="http://schemas.openxmlformats.org/drawingml/2006/main">
            <a:off x="11574470" y="6480000"/>
            <a:ext cx="157094" cy="153888"/>
          </a:xfrm>
        </p:spPr>
        <p:txBody>
          <a:bodyPr xmlns:a="http://schemas.openxmlformats.org/drawingml/2006/main"/>
          <a:lstStyle xmlns:a="http://schemas.openxmlformats.org/drawingml/2006/main">
            <a:lvl1pPr>
              <a:buNone/>
              <a:defRPr>
                <a:solidFill>
                  <a:srgbClr val="FFFFFF"/>
                </a:solidFill>
              </a:defRPr>
            </a:lvl1pPr>
          </a:lstStyle>
          <a:p xmlns:a="http://schemas.openxmlformats.org/drawingml/2006/main">
            <a:fld id="{86CB4B4D-7CA3-9044-876B-883B54F8677D}" type="slidenum">
              <a:t>‹#›</a:t>
            </a:fld>
          </a:p>
        </p:txBody>
      </p:sp>
      <p:sp>
        <p:nvSpPr>
          <p:cNvPr id="11" name="Content Placeholder 2">
            <a:extLst xmlns:a="http://schemas.openxmlformats.org/drawingml/2006/main">
              <a:ext uri="{FF2B5EF4-FFF2-40B4-BE49-F238E27FC236}">
                <a16:creationId xmlns:a16="http://schemas.microsoft.com/office/drawing/2014/main" id="{E3D24A5C-25E7-EC55-F88D-6ED9476B84A5}"/>
              </a:ext>
            </a:extLst>
          </p:cNvPr>
          <p:cNvSpPr>
            <a:spLocks xmlns:a="http://schemas.openxmlformats.org/drawingml/2006/main" noGrp="1"/>
          </p:cNvSpPr>
          <p:nvPr>
            <p:ph idx="16"/>
          </p:nvPr>
        </p:nvSpPr>
        <p:spPr>
          <a:xfrm xmlns:a="http://schemas.openxmlformats.org/drawingml/2006/main">
            <a:off x="360000" y="3445170"/>
            <a:ext cx="2520000" cy="2160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Rectangle 26">
            <a:extLst xmlns:a="http://schemas.openxmlformats.org/drawingml/2006/main">
              <a:ext uri="{FF2B5EF4-FFF2-40B4-BE49-F238E27FC236}">
                <a16:creationId xmlns:a16="http://schemas.microsoft.com/office/drawing/2014/main" id="{ED994CA4-8C12-1BC4-530B-81E286114262}"/>
              </a:ext>
            </a:extLst>
          </p:cNvPr>
          <p:cNvSpPr>
            <a:spLocks xmlns:a="http://schemas.openxmlformats.org/drawingml/2006/main" noGrp="1"/>
          </p:cNvSpPr>
          <p:nvPr/>
        </p:nvSpPr>
        <p:spPr>
          <a:xfrm xmlns:a="http://schemas.openxmlformats.org/drawingml/2006/main">
            <a:off x="500" y="6761481"/>
            <a:ext cx="12178800" cy="96520"/>
          </a:xfrm>
          <a:prstGeom xmlns:a="http://schemas.openxmlformats.org/drawingml/2006/main" prst="rect">
            <a:avLst/>
          </a:prstGeom>
          <a:solidFill xmlns:a="http://schemas.openxmlformats.org/drawingml/2006/main">
            <a:schemeClr val="accent2"/>
          </a:solidFill>
          <a:ln xmlns:a="http://schemas.openxmlformats.org/drawingml/2006/main" w="12700"/>
        </p:spPr>
        <p:txBody>
          <a:bodyPr xmlns:a="http://schemas.openxmlformats.org/drawingml/2006/main" tIns="91439" bIns="91439" anchor="ctr"/>
          <a:lstStyle xmlns:a="http://schemas.openxmlformats.org/drawingml/2006/main"/>
          <a:p xmlns:a="http://schemas.openxmlformats.org/drawingml/2006/main">
            <a:pPr algn="ctr">
              <a:lnSpc>
                <a:spcPct val="100000"/>
              </a:lnSpc>
              <a:buNone/>
              <a:defRPr sz="2800">
                <a:solidFill>
                  <a:schemeClr val="accent3">
                    <a:lumOff val="3392"/>
                  </a:schemeClr>
                </a:solidFill>
              </a:defRPr>
            </a:pPr>
          </a:p>
        </p:txBody>
      </p:sp>
      <p:sp>
        <p:nvSpPr>
          <p:cNvPr id="13" name="Content Placeholder 2">
            <a:extLst xmlns:a="http://schemas.openxmlformats.org/drawingml/2006/main">
              <a:ext uri="{FF2B5EF4-FFF2-40B4-BE49-F238E27FC236}">
                <a16:creationId xmlns:a16="http://schemas.microsoft.com/office/drawing/2014/main" id="{20997FFF-692F-6404-8DA3-58191456200F}"/>
              </a:ext>
            </a:extLst>
          </p:cNvPr>
          <p:cNvSpPr>
            <a:spLocks xmlns:a="http://schemas.openxmlformats.org/drawingml/2006/main" noGrp="1"/>
          </p:cNvSpPr>
          <p:nvPr>
            <p:ph idx="17"/>
          </p:nvPr>
        </p:nvSpPr>
        <p:spPr>
          <a:xfrm xmlns:a="http://schemas.openxmlformats.org/drawingml/2006/main">
            <a:off x="3229990" y="3445170"/>
            <a:ext cx="2520000" cy="2160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4" name="Content Placeholder 2">
            <a:extLst xmlns:a="http://schemas.openxmlformats.org/drawingml/2006/main">
              <a:ext uri="{FF2B5EF4-FFF2-40B4-BE49-F238E27FC236}">
                <a16:creationId xmlns:a16="http://schemas.microsoft.com/office/drawing/2014/main" id="{C59FC702-BAC6-E8DF-D4F8-3361A572D24E}"/>
              </a:ext>
            </a:extLst>
          </p:cNvPr>
          <p:cNvSpPr>
            <a:spLocks xmlns:a="http://schemas.openxmlformats.org/drawingml/2006/main" noGrp="1"/>
          </p:cNvSpPr>
          <p:nvPr>
            <p:ph idx="18"/>
          </p:nvPr>
        </p:nvSpPr>
        <p:spPr>
          <a:xfrm xmlns:a="http://schemas.openxmlformats.org/drawingml/2006/main">
            <a:off x="6099980" y="3445170"/>
            <a:ext cx="2520000" cy="2160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5" name="Content Placeholder 2">
            <a:extLst xmlns:a="http://schemas.openxmlformats.org/drawingml/2006/main">
              <a:ext uri="{FF2B5EF4-FFF2-40B4-BE49-F238E27FC236}">
                <a16:creationId xmlns:a16="http://schemas.microsoft.com/office/drawing/2014/main" id="{08DE9C3F-0384-DD2E-485F-3DC0F9EC1329}"/>
              </a:ext>
            </a:extLst>
          </p:cNvPr>
          <p:cNvSpPr>
            <a:spLocks xmlns:a="http://schemas.openxmlformats.org/drawingml/2006/main" noGrp="1"/>
          </p:cNvSpPr>
          <p:nvPr>
            <p:ph idx="19"/>
          </p:nvPr>
        </p:nvSpPr>
        <p:spPr>
          <a:xfrm xmlns:a="http://schemas.openxmlformats.org/drawingml/2006/main">
            <a:off x="8969970" y="3445170"/>
            <a:ext cx="2520000" cy="2160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pic>
        <p:nvPicPr>
          <p:cNvPr id="16" name="Picture 5"/>
          <p:cNvPicPr>
            <a:picLocks xmlns:a="http://schemas.openxmlformats.org/drawingml/2006/main" noChangeAspect="1"/>
          </p:cNvPicPr>
          <p:nvPr/>
        </p:nvPicPr>
        <p:blipFill>
          <a:blip xmlns:r="http://schemas.openxmlformats.org/officeDocument/2006/relationships" xmlns:a="http://schemas.openxmlformats.org/drawingml/2006/main" r:embed="R75d8afa3790f4a97"/>
          <a:stretch xmlns:a="http://schemas.openxmlformats.org/drawingml/2006/main">
            <a:fillRect l="0" t="0" r="0" b="0"/>
          </a:stretch>
        </p:blipFill>
        <p:spPr>
          <a:xfrm xmlns:a="http://schemas.openxmlformats.org/drawingml/2006/main">
            <a:off x="10897966" y="362285"/>
            <a:ext cx="835200" cy="417600"/>
          </a:xfrm>
          <a:prstGeom xmlns:a="http://schemas.openxmlformats.org/drawingml/2006/main" prst="rect">
            <a:avLst/>
          </a:prstGeom>
        </p:spPr>
      </p:pic>
    </p:spTree>
  </p:cSld>
</p:sldLayout>
</file>

<file path=ppt/slideLayouts/slideLayout14.xml><?xml version="1.0" encoding="utf-8"?>
<p:sldLayout xmlns:p="http://schemas.openxmlformats.org/presentationml/2006/main" showMasterSp="0" preserve="1" userDrawn="1">
  <p:cSld name="TOC Slide 8">
    <p:bg>
      <p:bgPr>
        <a:solidFill xmlns:a="http://schemas.openxmlformats.org/drawingml/2006/main">
          <a:schemeClr val="accent4"/>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32CE473-5689-D388-CADC-2FF6411A555B}"/>
              </a:ext>
            </a:extLst>
          </p:cNvPr>
          <p:cNvSpPr>
            <a:spLocks xmlns:a="http://schemas.openxmlformats.org/drawingml/2006/main" noGrp="1"/>
          </p:cNvSpPr>
          <p:nvPr>
            <p:ph type="title" idx="0" hasCustomPrompt="1"/>
          </p:nvPr>
        </p:nvSpPr>
        <p:spPr>
          <a:xfrm xmlns:a="http://schemas.openxmlformats.org/drawingml/2006/main">
            <a:off x="359999" y="360000"/>
            <a:ext cx="9000000" cy="900000"/>
          </a:xfrm>
        </p:spPr>
        <p:txBody>
          <a:bodyPr xmlns:a="http://schemas.openxmlformats.org/drawingml/2006/main" wrap="square"/>
          <a:lstStyle xmlns:a="http://schemas.openxmlformats.org/drawingml/2006/main">
            <a:lvl1pPr>
              <a:buNone/>
              <a:defRPr>
                <a:solidFill>
                  <a:schemeClr val="tx1"/>
                </a:solidFill>
              </a:defRPr>
            </a:lvl1pPr>
          </a:lstStyle>
          <a:p xmlns:a="http://schemas.openxmlformats.org/drawingml/2006/main">
            <a:r>
              <a:t>Headline goes here. Maximum in 2 lines.</a:t>
            </a:r>
            <a:br/>
            <a:r>
              <a:t>All headlines should be sentence case.</a:t>
            </a:r>
          </a:p>
        </p:txBody>
      </p:sp>
      <p:sp>
        <p:nvSpPr>
          <p:cNvPr id="3" name="Slide Number Placeholder 2">
            <a:extLst xmlns:a="http://schemas.openxmlformats.org/drawingml/2006/main">
              <a:ext uri="{FF2B5EF4-FFF2-40B4-BE49-F238E27FC236}">
                <a16:creationId xmlns:a16="http://schemas.microsoft.com/office/drawing/2014/main" id="{5E58C377-31E1-B6AF-B5CB-DB6A8E4A721F}"/>
              </a:ext>
            </a:extLst>
          </p:cNvPr>
          <p:cNvSpPr>
            <a:spLocks xmlns:a="http://schemas.openxmlformats.org/drawingml/2006/main" noGrp="1"/>
          </p:cNvSpPr>
          <p:nvPr>
            <p:ph type="sldNum" idx="10"/>
          </p:nvPr>
        </p:nvSpPr>
        <p:spPr>
          <a:xfrm xmlns:a="http://schemas.openxmlformats.org/drawingml/2006/main">
            <a:off x="11574470" y="6480000"/>
            <a:ext cx="157094" cy="153888"/>
          </a:xfrm>
        </p:spPr>
        <p:txBody>
          <a:bodyPr xmlns:a="http://schemas.openxmlformats.org/drawingml/2006/main"/>
          <a:lstStyle xmlns:a="http://schemas.openxmlformats.org/drawingml/2006/main">
            <a:lvl1pPr>
              <a:buNone/>
              <a:defRPr>
                <a:solidFill>
                  <a:srgbClr val="FFFFFF"/>
                </a:solidFill>
              </a:defRPr>
            </a:lvl1pPr>
          </a:lstStyle>
          <a:p xmlns:a="http://schemas.openxmlformats.org/drawingml/2006/main">
            <a:fld id="{86CB4B4D-7CA3-9044-876B-883B54F8677D}" type="slidenum">
              <a:t>‹#›</a:t>
            </a:fld>
          </a:p>
        </p:txBody>
      </p:sp>
      <p:sp>
        <p:nvSpPr>
          <p:cNvPr id="11" name="Content Placeholder 2">
            <a:extLst xmlns:a="http://schemas.openxmlformats.org/drawingml/2006/main">
              <a:ext uri="{FF2B5EF4-FFF2-40B4-BE49-F238E27FC236}">
                <a16:creationId xmlns:a16="http://schemas.microsoft.com/office/drawing/2014/main" id="{E3D24A5C-25E7-EC55-F88D-6ED9476B84A5}"/>
              </a:ext>
            </a:extLst>
          </p:cNvPr>
          <p:cNvSpPr>
            <a:spLocks xmlns:a="http://schemas.openxmlformats.org/drawingml/2006/main" noGrp="1"/>
          </p:cNvSpPr>
          <p:nvPr>
            <p:ph idx="16"/>
          </p:nvPr>
        </p:nvSpPr>
        <p:spPr>
          <a:xfrm xmlns:a="http://schemas.openxmlformats.org/drawingml/2006/main">
            <a:off x="360000" y="1565570"/>
            <a:ext cx="2520000" cy="2160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Rectangle 26">
            <a:extLst xmlns:a="http://schemas.openxmlformats.org/drawingml/2006/main">
              <a:ext uri="{FF2B5EF4-FFF2-40B4-BE49-F238E27FC236}">
                <a16:creationId xmlns:a16="http://schemas.microsoft.com/office/drawing/2014/main" id="{ED994CA4-8C12-1BC4-530B-81E286114262}"/>
              </a:ext>
            </a:extLst>
          </p:cNvPr>
          <p:cNvSpPr>
            <a:spLocks xmlns:a="http://schemas.openxmlformats.org/drawingml/2006/main" noGrp="1"/>
          </p:cNvSpPr>
          <p:nvPr/>
        </p:nvSpPr>
        <p:spPr>
          <a:xfrm xmlns:a="http://schemas.openxmlformats.org/drawingml/2006/main">
            <a:off x="500" y="6761481"/>
            <a:ext cx="12178800" cy="96520"/>
          </a:xfrm>
          <a:prstGeom xmlns:a="http://schemas.openxmlformats.org/drawingml/2006/main" prst="rect">
            <a:avLst/>
          </a:prstGeom>
          <a:solidFill xmlns:a="http://schemas.openxmlformats.org/drawingml/2006/main">
            <a:schemeClr val="accent2"/>
          </a:solidFill>
          <a:ln xmlns:a="http://schemas.openxmlformats.org/drawingml/2006/main" w="12700"/>
        </p:spPr>
        <p:txBody>
          <a:bodyPr xmlns:a="http://schemas.openxmlformats.org/drawingml/2006/main" tIns="91439" bIns="91439" anchor="ctr"/>
          <a:lstStyle xmlns:a="http://schemas.openxmlformats.org/drawingml/2006/main"/>
          <a:p xmlns:a="http://schemas.openxmlformats.org/drawingml/2006/main">
            <a:pPr algn="ctr">
              <a:lnSpc>
                <a:spcPct val="100000"/>
              </a:lnSpc>
              <a:buNone/>
              <a:defRPr sz="2800">
                <a:solidFill>
                  <a:schemeClr val="accent3">
                    <a:lumOff val="3392"/>
                  </a:schemeClr>
                </a:solidFill>
              </a:defRPr>
            </a:pPr>
          </a:p>
        </p:txBody>
      </p:sp>
      <p:sp>
        <p:nvSpPr>
          <p:cNvPr id="13" name="Content Placeholder 2">
            <a:extLst xmlns:a="http://schemas.openxmlformats.org/drawingml/2006/main">
              <a:ext uri="{FF2B5EF4-FFF2-40B4-BE49-F238E27FC236}">
                <a16:creationId xmlns:a16="http://schemas.microsoft.com/office/drawing/2014/main" id="{20997FFF-692F-6404-8DA3-58191456200F}"/>
              </a:ext>
            </a:extLst>
          </p:cNvPr>
          <p:cNvSpPr>
            <a:spLocks xmlns:a="http://schemas.openxmlformats.org/drawingml/2006/main" noGrp="1"/>
          </p:cNvSpPr>
          <p:nvPr>
            <p:ph idx="17"/>
          </p:nvPr>
        </p:nvSpPr>
        <p:spPr>
          <a:xfrm xmlns:a="http://schemas.openxmlformats.org/drawingml/2006/main">
            <a:off x="3229990" y="1565570"/>
            <a:ext cx="2520000" cy="2160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4" name="Content Placeholder 2">
            <a:extLst xmlns:a="http://schemas.openxmlformats.org/drawingml/2006/main">
              <a:ext uri="{FF2B5EF4-FFF2-40B4-BE49-F238E27FC236}">
                <a16:creationId xmlns:a16="http://schemas.microsoft.com/office/drawing/2014/main" id="{C59FC702-BAC6-E8DF-D4F8-3361A572D24E}"/>
              </a:ext>
            </a:extLst>
          </p:cNvPr>
          <p:cNvSpPr>
            <a:spLocks xmlns:a="http://schemas.openxmlformats.org/drawingml/2006/main" noGrp="1"/>
          </p:cNvSpPr>
          <p:nvPr>
            <p:ph idx="18"/>
          </p:nvPr>
        </p:nvSpPr>
        <p:spPr>
          <a:xfrm xmlns:a="http://schemas.openxmlformats.org/drawingml/2006/main">
            <a:off x="6099980" y="1565570"/>
            <a:ext cx="2520000" cy="2160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5" name="Content Placeholder 2">
            <a:extLst xmlns:a="http://schemas.openxmlformats.org/drawingml/2006/main">
              <a:ext uri="{FF2B5EF4-FFF2-40B4-BE49-F238E27FC236}">
                <a16:creationId xmlns:a16="http://schemas.microsoft.com/office/drawing/2014/main" id="{08DE9C3F-0384-DD2E-485F-3DC0F9EC1329}"/>
              </a:ext>
            </a:extLst>
          </p:cNvPr>
          <p:cNvSpPr>
            <a:spLocks xmlns:a="http://schemas.openxmlformats.org/drawingml/2006/main" noGrp="1"/>
          </p:cNvSpPr>
          <p:nvPr>
            <p:ph idx="19"/>
          </p:nvPr>
        </p:nvSpPr>
        <p:spPr>
          <a:xfrm xmlns:a="http://schemas.openxmlformats.org/drawingml/2006/main">
            <a:off x="8969970" y="1565570"/>
            <a:ext cx="2520000" cy="2160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6" name="Content Placeholder 2">
            <a:extLst xmlns:a="http://schemas.openxmlformats.org/drawingml/2006/main">
              <a:ext uri="{FF2B5EF4-FFF2-40B4-BE49-F238E27FC236}">
                <a16:creationId xmlns:a16="http://schemas.microsoft.com/office/drawing/2014/main" id="{1B950ADA-7928-E26A-6183-8714633E1E75}"/>
              </a:ext>
            </a:extLst>
          </p:cNvPr>
          <p:cNvSpPr>
            <a:spLocks xmlns:a="http://schemas.openxmlformats.org/drawingml/2006/main" noGrp="1"/>
          </p:cNvSpPr>
          <p:nvPr>
            <p:ph idx="20"/>
          </p:nvPr>
        </p:nvSpPr>
        <p:spPr>
          <a:xfrm xmlns:a="http://schemas.openxmlformats.org/drawingml/2006/main">
            <a:off x="360000" y="4077072"/>
            <a:ext cx="2520000" cy="2160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7" name="Content Placeholder 2">
            <a:extLst xmlns:a="http://schemas.openxmlformats.org/drawingml/2006/main">
              <a:ext uri="{FF2B5EF4-FFF2-40B4-BE49-F238E27FC236}">
                <a16:creationId xmlns:a16="http://schemas.microsoft.com/office/drawing/2014/main" id="{CD9CB34E-0B8C-A533-51C1-9D19605E4E7D}"/>
              </a:ext>
            </a:extLst>
          </p:cNvPr>
          <p:cNvSpPr>
            <a:spLocks xmlns:a="http://schemas.openxmlformats.org/drawingml/2006/main" noGrp="1"/>
          </p:cNvSpPr>
          <p:nvPr>
            <p:ph idx="21"/>
          </p:nvPr>
        </p:nvSpPr>
        <p:spPr>
          <a:xfrm xmlns:a="http://schemas.openxmlformats.org/drawingml/2006/main">
            <a:off x="3229990" y="4077072"/>
            <a:ext cx="2520000" cy="2160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8" name="Content Placeholder 2">
            <a:extLst xmlns:a="http://schemas.openxmlformats.org/drawingml/2006/main">
              <a:ext uri="{FF2B5EF4-FFF2-40B4-BE49-F238E27FC236}">
                <a16:creationId xmlns:a16="http://schemas.microsoft.com/office/drawing/2014/main" id="{2676F21C-4A76-DE8A-EC90-FD75447E2850}"/>
              </a:ext>
            </a:extLst>
          </p:cNvPr>
          <p:cNvSpPr>
            <a:spLocks xmlns:a="http://schemas.openxmlformats.org/drawingml/2006/main" noGrp="1"/>
          </p:cNvSpPr>
          <p:nvPr>
            <p:ph idx="22"/>
          </p:nvPr>
        </p:nvSpPr>
        <p:spPr>
          <a:xfrm xmlns:a="http://schemas.openxmlformats.org/drawingml/2006/main">
            <a:off x="6099980" y="4077072"/>
            <a:ext cx="2520000" cy="2160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9" name="Content Placeholder 2">
            <a:extLst xmlns:a="http://schemas.openxmlformats.org/drawingml/2006/main">
              <a:ext uri="{FF2B5EF4-FFF2-40B4-BE49-F238E27FC236}">
                <a16:creationId xmlns:a16="http://schemas.microsoft.com/office/drawing/2014/main" id="{209FDFA8-47EC-FE46-F57C-E4A671C58455}"/>
              </a:ext>
            </a:extLst>
          </p:cNvPr>
          <p:cNvSpPr>
            <a:spLocks xmlns:a="http://schemas.openxmlformats.org/drawingml/2006/main" noGrp="1"/>
          </p:cNvSpPr>
          <p:nvPr>
            <p:ph idx="23"/>
          </p:nvPr>
        </p:nvSpPr>
        <p:spPr>
          <a:xfrm xmlns:a="http://schemas.openxmlformats.org/drawingml/2006/main">
            <a:off x="8969970" y="4077072"/>
            <a:ext cx="2520000" cy="2160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pic>
        <p:nvPicPr>
          <p:cNvPr id="20" name="Picture 9"/>
          <p:cNvPicPr>
            <a:picLocks xmlns:a="http://schemas.openxmlformats.org/drawingml/2006/main" noChangeAspect="1"/>
          </p:cNvPicPr>
          <p:nvPr/>
        </p:nvPicPr>
        <p:blipFill>
          <a:blip xmlns:r="http://schemas.openxmlformats.org/officeDocument/2006/relationships" xmlns:a="http://schemas.openxmlformats.org/drawingml/2006/main" r:embed="R24266c1187f442d8"/>
          <a:stretch xmlns:a="http://schemas.openxmlformats.org/drawingml/2006/main">
            <a:fillRect l="0" t="0" r="0" b="0"/>
          </a:stretch>
        </p:blipFill>
        <p:spPr>
          <a:xfrm xmlns:a="http://schemas.openxmlformats.org/drawingml/2006/main">
            <a:off x="10897966" y="362285"/>
            <a:ext cx="835200" cy="417600"/>
          </a:xfrm>
          <a:prstGeom xmlns:a="http://schemas.openxmlformats.org/drawingml/2006/main" prst="rect">
            <a:avLst/>
          </a:prstGeom>
        </p:spPr>
      </p:pic>
    </p:spTree>
  </p:cSld>
</p:sldLayout>
</file>

<file path=ppt/slideLayouts/slideLayout15.xml><?xml version="1.0" encoding="utf-8"?>
<p:sldLayout xmlns:p="http://schemas.openxmlformats.org/presentationml/2006/main" showMasterSp="0" preserve="1" userDrawn="1">
  <p:cSld name="Agenda slide Table Dark">
    <p:bg>
      <p:bgPr>
        <a:solidFill xmlns:a="http://schemas.openxmlformats.org/drawingml/2006/main">
          <a:schemeClr val="accent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32CE473-5689-D388-CADC-2FF6411A555B}"/>
              </a:ext>
            </a:extLst>
          </p:cNvPr>
          <p:cNvSpPr>
            <a:spLocks xmlns:a="http://schemas.openxmlformats.org/drawingml/2006/main" noGrp="1"/>
          </p:cNvSpPr>
          <p:nvPr>
            <p:ph type="title" idx="0" hasCustomPrompt="1"/>
          </p:nvPr>
        </p:nvSpPr>
        <p:spPr>
          <a:xfrm xmlns:a="http://schemas.openxmlformats.org/drawingml/2006/main">
            <a:off x="359999" y="360000"/>
            <a:ext cx="9000000" cy="540000"/>
          </a:xfrm>
        </p:spPr>
        <p:txBody>
          <a:bodyPr xmlns:a="http://schemas.openxmlformats.org/drawingml/2006/main" wrap="square"/>
          <a:lstStyle xmlns:a="http://schemas.openxmlformats.org/drawingml/2006/main">
            <a:lvl1pPr>
              <a:buNone/>
              <a:defRPr>
                <a:solidFill>
                  <a:srgbClr val="FFFFFF"/>
                </a:solidFill>
              </a:defRPr>
            </a:lvl1pPr>
          </a:lstStyle>
          <a:p xmlns:a="http://schemas.openxmlformats.org/drawingml/2006/main">
            <a:r>
              <a:t>Headline goes here. Maximum in 1 line.</a:t>
            </a:r>
          </a:p>
        </p:txBody>
      </p:sp>
      <p:sp>
        <p:nvSpPr>
          <p:cNvPr id="3" name="Slide Number Placeholder 2">
            <a:extLst xmlns:a="http://schemas.openxmlformats.org/drawingml/2006/main">
              <a:ext uri="{FF2B5EF4-FFF2-40B4-BE49-F238E27FC236}">
                <a16:creationId xmlns:a16="http://schemas.microsoft.com/office/drawing/2014/main" id="{5E58C377-31E1-B6AF-B5CB-DB6A8E4A721F}"/>
              </a:ext>
            </a:extLst>
          </p:cNvPr>
          <p:cNvSpPr>
            <a:spLocks xmlns:a="http://schemas.openxmlformats.org/drawingml/2006/main" noGrp="1"/>
          </p:cNvSpPr>
          <p:nvPr>
            <p:ph type="sldNum" idx="10"/>
          </p:nvPr>
        </p:nvSpPr>
        <p:spPr>
          <a:xfrm xmlns:a="http://schemas.openxmlformats.org/drawingml/2006/main">
            <a:off x="11574470" y="6480000"/>
            <a:ext cx="157094" cy="153888"/>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86CB4B4D-7CA3-9044-876B-883B54F8677D}" type="slidenum">
              <a:t>‹#›</a:t>
            </a:fld>
          </a:p>
        </p:txBody>
      </p:sp>
      <p:sp>
        <p:nvSpPr>
          <p:cNvPr id="4" name="Rectangle 26">
            <a:extLst xmlns:a="http://schemas.openxmlformats.org/drawingml/2006/main">
              <a:ext uri="{FF2B5EF4-FFF2-40B4-BE49-F238E27FC236}">
                <a16:creationId xmlns:a16="http://schemas.microsoft.com/office/drawing/2014/main" id="{2AC7D1FC-51F7-5A4E-BEAF-A85845DA9B35}"/>
              </a:ext>
            </a:extLst>
          </p:cNvPr>
          <p:cNvSpPr>
            <a:spLocks xmlns:a="http://schemas.openxmlformats.org/drawingml/2006/main" noGrp="1"/>
          </p:cNvSpPr>
          <p:nvPr/>
        </p:nvSpPr>
        <p:spPr>
          <a:xfrm xmlns:a="http://schemas.openxmlformats.org/drawingml/2006/main">
            <a:off x="500" y="6761481"/>
            <a:ext cx="12178800" cy="96520"/>
          </a:xfrm>
          <a:prstGeom xmlns:a="http://schemas.openxmlformats.org/drawingml/2006/main" prst="rect">
            <a:avLst/>
          </a:prstGeom>
          <a:solidFill xmlns:a="http://schemas.openxmlformats.org/drawingml/2006/main">
            <a:schemeClr val="accent4"/>
          </a:solidFill>
          <a:ln xmlns:a="http://schemas.openxmlformats.org/drawingml/2006/main" w="12700"/>
        </p:spPr>
        <p:txBody>
          <a:bodyPr xmlns:a="http://schemas.openxmlformats.org/drawingml/2006/main" tIns="91439" bIns="91439" anchor="ctr"/>
          <a:lstStyle xmlns:a="http://schemas.openxmlformats.org/drawingml/2006/main"/>
          <a:p xmlns:a="http://schemas.openxmlformats.org/drawingml/2006/main">
            <a:pPr algn="ctr">
              <a:lnSpc>
                <a:spcPct val="100000"/>
              </a:lnSpc>
              <a:buNone/>
              <a:defRPr sz="2800">
                <a:solidFill>
                  <a:schemeClr val="accent3">
                    <a:lumOff val="3392"/>
                  </a:schemeClr>
                </a:solidFill>
              </a:defRPr>
            </a:pPr>
          </a:p>
        </p:txBody>
      </p:sp>
      <p:pic>
        <p:nvPicPr>
          <p:cNvPr id="5" name="Picture 4"/>
          <p:cNvPicPr>
            <a:picLocks xmlns:a="http://schemas.openxmlformats.org/drawingml/2006/main" noChangeAspect="1"/>
          </p:cNvPicPr>
          <p:nvPr/>
        </p:nvPicPr>
        <p:blipFill>
          <a:blip xmlns:r="http://schemas.openxmlformats.org/officeDocument/2006/relationships" xmlns:a="http://schemas.openxmlformats.org/drawingml/2006/main" r:embed="Rd4a66b631c3f42f4"/>
          <a:stretch xmlns:a="http://schemas.openxmlformats.org/drawingml/2006/main">
            <a:fillRect l="0" t="0" r="0" b="0"/>
          </a:stretch>
        </p:blipFill>
        <p:spPr>
          <a:xfrm xmlns:a="http://schemas.openxmlformats.org/drawingml/2006/main">
            <a:off x="10897966" y="362285"/>
            <a:ext cx="835200" cy="417600"/>
          </a:xfrm>
          <a:prstGeom xmlns:a="http://schemas.openxmlformats.org/drawingml/2006/main" prst="rect">
            <a:avLst/>
          </a:prstGeom>
        </p:spPr>
      </p:pic>
    </p:spTree>
  </p:cSld>
</p:sldLayout>
</file>

<file path=ppt/slideLayouts/slideLayout16.xml><?xml version="1.0" encoding="utf-8"?>
<p:sldLayout xmlns:p="http://schemas.openxmlformats.org/presentationml/2006/main" showMasterSp="0" preserve="1" userDrawn="1">
  <p:cSld name="Agenda slide Table">
    <p:bg>
      <p:bgPr>
        <a:solidFill xmlns:a="http://schemas.openxmlformats.org/drawingml/2006/main">
          <a:schemeClr val="accent4"/>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32CE473-5689-D388-CADC-2FF6411A555B}"/>
              </a:ext>
            </a:extLst>
          </p:cNvPr>
          <p:cNvSpPr>
            <a:spLocks xmlns:a="http://schemas.openxmlformats.org/drawingml/2006/main" noGrp="1"/>
          </p:cNvSpPr>
          <p:nvPr>
            <p:ph type="title" idx="0" hasCustomPrompt="1"/>
          </p:nvPr>
        </p:nvSpPr>
        <p:spPr>
          <a:xfrm xmlns:a="http://schemas.openxmlformats.org/drawingml/2006/main">
            <a:off x="359999" y="360000"/>
            <a:ext cx="9000000" cy="540000"/>
          </a:xfrm>
        </p:spPr>
        <p:txBody>
          <a:bodyPr xmlns:a="http://schemas.openxmlformats.org/drawingml/2006/main" wrap="square"/>
          <a:lstStyle xmlns:a="http://schemas.openxmlformats.org/drawingml/2006/main">
            <a:lvl1pPr>
              <a:buNone/>
              <a:defRPr>
                <a:solidFill>
                  <a:srgbClr val="FFFFFF"/>
                </a:solidFill>
              </a:defRPr>
            </a:lvl1pPr>
          </a:lstStyle>
          <a:p xmlns:a="http://schemas.openxmlformats.org/drawingml/2006/main">
            <a:r>
              <a:t>Headline goes here. Maximum in 1 line.</a:t>
            </a:r>
          </a:p>
        </p:txBody>
      </p:sp>
      <p:sp>
        <p:nvSpPr>
          <p:cNvPr id="3" name="Slide Number Placeholder 2">
            <a:extLst xmlns:a="http://schemas.openxmlformats.org/drawingml/2006/main">
              <a:ext uri="{FF2B5EF4-FFF2-40B4-BE49-F238E27FC236}">
                <a16:creationId xmlns:a16="http://schemas.microsoft.com/office/drawing/2014/main" id="{5E58C377-31E1-B6AF-B5CB-DB6A8E4A721F}"/>
              </a:ext>
            </a:extLst>
          </p:cNvPr>
          <p:cNvSpPr>
            <a:spLocks xmlns:a="http://schemas.openxmlformats.org/drawingml/2006/main" noGrp="1"/>
          </p:cNvSpPr>
          <p:nvPr>
            <p:ph type="sldNum" idx="10"/>
          </p:nvPr>
        </p:nvSpPr>
        <p:spPr>
          <a:xfrm xmlns:a="http://schemas.openxmlformats.org/drawingml/2006/main">
            <a:off x="11574470" y="6480000"/>
            <a:ext cx="157094" cy="153888"/>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86CB4B4D-7CA3-9044-876B-883B54F8677D}" type="slidenum">
              <a:t>‹#›</a:t>
            </a:fld>
          </a:p>
        </p:txBody>
      </p:sp>
      <p:sp>
        <p:nvSpPr>
          <p:cNvPr id="14" name="Rectangle 26">
            <a:extLst xmlns:a="http://schemas.openxmlformats.org/drawingml/2006/main">
              <a:ext uri="{FF2B5EF4-FFF2-40B4-BE49-F238E27FC236}">
                <a16:creationId xmlns:a16="http://schemas.microsoft.com/office/drawing/2014/main" id="{6C324B2D-CF53-407A-3FF3-83821279B530}"/>
              </a:ext>
            </a:extLst>
          </p:cNvPr>
          <p:cNvSpPr>
            <a:spLocks xmlns:a="http://schemas.openxmlformats.org/drawingml/2006/main" noGrp="1"/>
          </p:cNvSpPr>
          <p:nvPr/>
        </p:nvSpPr>
        <p:spPr>
          <a:xfrm xmlns:a="http://schemas.openxmlformats.org/drawingml/2006/main">
            <a:off x="500" y="6761481"/>
            <a:ext cx="12178800" cy="96520"/>
          </a:xfrm>
          <a:prstGeom xmlns:a="http://schemas.openxmlformats.org/drawingml/2006/main" prst="rect">
            <a:avLst/>
          </a:prstGeom>
          <a:solidFill xmlns:a="http://schemas.openxmlformats.org/drawingml/2006/main">
            <a:schemeClr val="accent2"/>
          </a:solidFill>
          <a:ln xmlns:a="http://schemas.openxmlformats.org/drawingml/2006/main" w="12700"/>
        </p:spPr>
        <p:txBody>
          <a:bodyPr xmlns:a="http://schemas.openxmlformats.org/drawingml/2006/main" tIns="91439" bIns="91439" anchor="ctr"/>
          <a:lstStyle xmlns:a="http://schemas.openxmlformats.org/drawingml/2006/main"/>
          <a:p xmlns:a="http://schemas.openxmlformats.org/drawingml/2006/main">
            <a:pPr algn="ctr">
              <a:lnSpc>
                <a:spcPct val="100000"/>
              </a:lnSpc>
              <a:buNone/>
              <a:defRPr sz="2800">
                <a:solidFill>
                  <a:schemeClr val="accent3">
                    <a:lumOff val="3392"/>
                  </a:schemeClr>
                </a:solidFill>
              </a:defRPr>
            </a:pPr>
          </a:p>
        </p:txBody>
      </p:sp>
      <p:pic>
        <p:nvPicPr>
          <p:cNvPr id="15" name="Picture 3"/>
          <p:cNvPicPr>
            <a:picLocks xmlns:a="http://schemas.openxmlformats.org/drawingml/2006/main" noChangeAspect="1"/>
          </p:cNvPicPr>
          <p:nvPr/>
        </p:nvPicPr>
        <p:blipFill>
          <a:blip xmlns:r="http://schemas.openxmlformats.org/officeDocument/2006/relationships" xmlns:a="http://schemas.openxmlformats.org/drawingml/2006/main" r:embed="R1ec7a41bc17442bc"/>
          <a:stretch xmlns:a="http://schemas.openxmlformats.org/drawingml/2006/main">
            <a:fillRect l="0" t="0" r="0" b="0"/>
          </a:stretch>
        </p:blipFill>
        <p:spPr>
          <a:xfrm xmlns:a="http://schemas.openxmlformats.org/drawingml/2006/main">
            <a:off x="10897966" y="362285"/>
            <a:ext cx="835200" cy="417600"/>
          </a:xfrm>
          <a:prstGeom xmlns:a="http://schemas.openxmlformats.org/drawingml/2006/main" prst="rect">
            <a:avLst/>
          </a:prstGeom>
        </p:spPr>
      </p:pic>
    </p:spTree>
  </p:cSld>
</p:sldLayout>
</file>

<file path=ppt/slideLayouts/slideLayout17.xml><?xml version="1.0" encoding="utf-8"?>
<p:sldLayout xmlns:p="http://schemas.openxmlformats.org/presentationml/2006/main" preserve="1" userDrawn="1">
  <p:cSld name="Statem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FA697F3-602F-5FC9-7AE6-19FEE5C49AD4}"/>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p xmlns:a="http://schemas.openxmlformats.org/drawingml/2006/main">
            <a:r>
              <a:t>Headline goes here. Maximum in 2 lines.</a:t>
            </a:r>
            <a:br/>
            <a:r>
              <a:t>All headlines should be sentence case.</a:t>
            </a:r>
          </a:p>
        </p:txBody>
      </p:sp>
      <p:sp>
        <p:nvSpPr>
          <p:cNvPr id="3" name="Slide Number Placeholder 2">
            <a:extLst xmlns:a="http://schemas.openxmlformats.org/drawingml/2006/main">
              <a:ext uri="{FF2B5EF4-FFF2-40B4-BE49-F238E27FC236}">
                <a16:creationId xmlns:a16="http://schemas.microsoft.com/office/drawing/2014/main" id="{55713789-AC9B-504D-EABC-88530694F04A}"/>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86CB4B4D-7CA3-9044-876B-883B54F8677D}" type="slidenum">
              <a:t>‹#›</a:t>
            </a:fld>
          </a:p>
        </p:txBody>
      </p:sp>
      <p:sp>
        <p:nvSpPr>
          <p:cNvPr id="4" name="Body Level One…">
            <a:extLst xmlns:a="http://schemas.openxmlformats.org/drawingml/2006/main">
              <a:ext uri="{FF2B5EF4-FFF2-40B4-BE49-F238E27FC236}">
                <a16:creationId xmlns:a16="http://schemas.microsoft.com/office/drawing/2014/main" id="{2F3F8381-DEB3-C667-F282-4085FCECE5D1}"/>
              </a:ext>
            </a:extLst>
          </p:cNvPr>
          <p:cNvSpPr>
            <a:spLocks xmlns:a="http://schemas.openxmlformats.org/drawingml/2006/main" noGrp="1"/>
          </p:cNvSpPr>
          <p:nvPr>
            <p:ph type="body" idx="1"/>
          </p:nvPr>
        </p:nvSpPr>
        <p:spPr>
          <a:xfrm xmlns:a="http://schemas.openxmlformats.org/drawingml/2006/main">
            <a:off x="360000" y="2610760"/>
            <a:ext cx="3478685" cy="2108201"/>
          </a:xfrm>
          <a:prstGeom xmlns:a="http://schemas.openxmlformats.org/drawingml/2006/main" prst="rect">
            <a:avLst/>
          </a:prstGeom>
          <a:solidFill xmlns:a="http://schemas.openxmlformats.org/drawingml/2006/main">
            <a:schemeClr val="accent2"/>
          </a:solidFill>
        </p:spPr>
        <p:txBody>
          <a:bodyPr xmlns:a="http://schemas.openxmlformats.org/drawingml/2006/main" lIns="182879" tIns="182879" rIns="182879" bIns="182879" anchor="ctr">
            <a:normAutofit/>
          </a:bodyPr>
          <a:lstStyle xmlns:a="http://schemas.openxmlformats.org/drawingml/2006/main">
            <a:lvl1pPr algn="ctr">
              <a:lnSpc>
                <a:spcPct val="100000"/>
              </a:lnSpc>
              <a:spcBef>
                <a:spcPts val="0"/>
              </a:spcBef>
              <a:buNone/>
              <a:defRPr sz="2800" b="1">
                <a:solidFill>
                  <a:schemeClr val="tx1"/>
                </a:solidFill>
              </a:defRPr>
            </a:lvl1pPr>
            <a:lvl2pPr marL="0" indent="0" algn="ctr">
              <a:lnSpc>
                <a:spcPct val="100000"/>
              </a:lnSpc>
              <a:spcBef>
                <a:spcPts val="0"/>
              </a:spcBef>
              <a:buNone/>
              <a:defRPr sz="2800" b="1">
                <a:solidFill>
                  <a:schemeClr val="accent3">
                    <a:lumOff val="3392"/>
                  </a:schemeClr>
                </a:solidFill>
              </a:defRPr>
            </a:lvl2pPr>
            <a:lvl3pPr marL="0" indent="174625" algn="ctr">
              <a:lnSpc>
                <a:spcPct val="100000"/>
              </a:lnSpc>
              <a:spcBef>
                <a:spcPts val="0"/>
              </a:spcBef>
              <a:buNone/>
              <a:defRPr sz="2800" b="1">
                <a:solidFill>
                  <a:schemeClr val="accent3">
                    <a:lumOff val="3392"/>
                  </a:schemeClr>
                </a:solidFill>
              </a:defRPr>
            </a:lvl3pPr>
            <a:lvl4pPr marL="0" indent="339725" algn="ctr">
              <a:lnSpc>
                <a:spcPct val="100000"/>
              </a:lnSpc>
              <a:spcBef>
                <a:spcPts val="0"/>
              </a:spcBef>
              <a:buNone/>
              <a:defRPr sz="2800" b="1">
                <a:solidFill>
                  <a:schemeClr val="accent3">
                    <a:lumOff val="3392"/>
                  </a:schemeClr>
                </a:solidFill>
              </a:defRPr>
            </a:lvl4pPr>
            <a:lvl5pPr marL="0" indent="512762" algn="ctr">
              <a:lnSpc>
                <a:spcPct val="100000"/>
              </a:lnSpc>
              <a:spcBef>
                <a:spcPts val="0"/>
              </a:spcBef>
              <a:buNone/>
              <a:defRPr sz="2800" b="1">
                <a:solidFill>
                  <a:schemeClr val="accent3">
                    <a:lumOff val="3392"/>
                  </a:schemeClr>
                </a:solidFill>
              </a:defRPr>
            </a:lvl5pPr>
          </a:lstStyle>
          <a:p xmlns:a="http://schemas.openxmlformats.org/drawingml/2006/main">
            <a:pPr>
              <a:buNone/>
            </a:pPr>
            <a:r>
              <a:t>Click to edit Master text styles</a:t>
            </a:r>
          </a:p>
        </p:txBody>
      </p:sp>
      <p:sp>
        <p:nvSpPr>
          <p:cNvPr id="5" name="Body Level One…">
            <a:extLst xmlns:a="http://schemas.openxmlformats.org/drawingml/2006/main">
              <a:ext uri="{FF2B5EF4-FFF2-40B4-BE49-F238E27FC236}">
                <a16:creationId xmlns:a16="http://schemas.microsoft.com/office/drawing/2014/main" id="{32CA9EDE-386C-CB9D-B16C-D07164D1B840}"/>
              </a:ext>
            </a:extLst>
          </p:cNvPr>
          <p:cNvSpPr>
            <a:spLocks xmlns:a="http://schemas.openxmlformats.org/drawingml/2006/main" noGrp="1"/>
          </p:cNvSpPr>
          <p:nvPr>
            <p:ph type="body" idx="23"/>
          </p:nvPr>
        </p:nvSpPr>
        <p:spPr>
          <a:xfrm xmlns:a="http://schemas.openxmlformats.org/drawingml/2006/main">
            <a:off x="4308328" y="2610760"/>
            <a:ext cx="3478685" cy="2108201"/>
          </a:xfrm>
          <a:prstGeom xmlns:a="http://schemas.openxmlformats.org/drawingml/2006/main" prst="rect">
            <a:avLst/>
          </a:prstGeom>
          <a:solidFill xmlns:a="http://schemas.openxmlformats.org/drawingml/2006/main">
            <a:schemeClr val="accent4"/>
          </a:solidFill>
        </p:spPr>
        <p:txBody>
          <a:bodyPr xmlns:a="http://schemas.openxmlformats.org/drawingml/2006/main" lIns="182879" tIns="182879" rIns="182879" bIns="182879" anchor="ctr">
            <a:normAutofit/>
          </a:bodyPr>
          <a:lstStyle xmlns:a="http://schemas.openxmlformats.org/drawingml/2006/main">
            <a:lvl1pPr algn="ctr">
              <a:lnSpc>
                <a:spcPct val="100000"/>
              </a:lnSpc>
              <a:spcBef>
                <a:spcPts val="0"/>
              </a:spcBef>
              <a:buNone/>
              <a:defRPr sz="2800" b="1">
                <a:solidFill>
                  <a:schemeClr val="tx1"/>
                </a:solidFill>
              </a:defRPr>
            </a:lvl1pPr>
            <a:lvl2pPr marL="0" indent="0" algn="ctr">
              <a:lnSpc>
                <a:spcPct val="100000"/>
              </a:lnSpc>
              <a:spcBef>
                <a:spcPts val="0"/>
              </a:spcBef>
              <a:buNone/>
              <a:defRPr sz="2800" b="1">
                <a:solidFill>
                  <a:schemeClr val="accent3">
                    <a:lumOff val="3392"/>
                  </a:schemeClr>
                </a:solidFill>
              </a:defRPr>
            </a:lvl2pPr>
            <a:lvl3pPr marL="0" indent="174625" algn="ctr">
              <a:lnSpc>
                <a:spcPct val="100000"/>
              </a:lnSpc>
              <a:spcBef>
                <a:spcPts val="0"/>
              </a:spcBef>
              <a:buNone/>
              <a:defRPr sz="2800" b="1">
                <a:solidFill>
                  <a:schemeClr val="accent3">
                    <a:lumOff val="3392"/>
                  </a:schemeClr>
                </a:solidFill>
              </a:defRPr>
            </a:lvl3pPr>
            <a:lvl4pPr marL="0" indent="339725" algn="ctr">
              <a:lnSpc>
                <a:spcPct val="100000"/>
              </a:lnSpc>
              <a:spcBef>
                <a:spcPts val="0"/>
              </a:spcBef>
              <a:buNone/>
              <a:defRPr sz="2800" b="1">
                <a:solidFill>
                  <a:schemeClr val="accent3">
                    <a:lumOff val="3392"/>
                  </a:schemeClr>
                </a:solidFill>
              </a:defRPr>
            </a:lvl4pPr>
            <a:lvl5pPr marL="0" indent="512762" algn="ctr">
              <a:lnSpc>
                <a:spcPct val="100000"/>
              </a:lnSpc>
              <a:spcBef>
                <a:spcPts val="0"/>
              </a:spcBef>
              <a:buNone/>
              <a:defRPr sz="2800" b="1">
                <a:solidFill>
                  <a:schemeClr val="accent3">
                    <a:lumOff val="3392"/>
                  </a:schemeClr>
                </a:solidFill>
              </a:defRPr>
            </a:lvl5pPr>
          </a:lstStyle>
          <a:p xmlns:a="http://schemas.openxmlformats.org/drawingml/2006/main">
            <a:pPr>
              <a:buNone/>
            </a:pPr>
            <a:r>
              <a:t>Click to edit Master text styles</a:t>
            </a:r>
          </a:p>
        </p:txBody>
      </p:sp>
      <p:sp>
        <p:nvSpPr>
          <p:cNvPr id="6" name="Body Level One…">
            <a:extLst xmlns:a="http://schemas.openxmlformats.org/drawingml/2006/main">
              <a:ext uri="{FF2B5EF4-FFF2-40B4-BE49-F238E27FC236}">
                <a16:creationId xmlns:a16="http://schemas.microsoft.com/office/drawing/2014/main" id="{9896A4C3-2F4F-489A-CE62-D7C218EF8B41}"/>
              </a:ext>
            </a:extLst>
          </p:cNvPr>
          <p:cNvSpPr>
            <a:spLocks xmlns:a="http://schemas.openxmlformats.org/drawingml/2006/main" noGrp="1"/>
          </p:cNvSpPr>
          <p:nvPr>
            <p:ph type="body" idx="24"/>
          </p:nvPr>
        </p:nvSpPr>
        <p:spPr>
          <a:xfrm xmlns:a="http://schemas.openxmlformats.org/drawingml/2006/main">
            <a:off x="8256655" y="2610760"/>
            <a:ext cx="3478685" cy="2108201"/>
          </a:xfrm>
          <a:prstGeom xmlns:a="http://schemas.openxmlformats.org/drawingml/2006/main" prst="rect">
            <a:avLst/>
          </a:prstGeom>
          <a:solidFill xmlns:a="http://schemas.openxmlformats.org/drawingml/2006/main">
            <a:schemeClr val="accent3"/>
          </a:solidFill>
        </p:spPr>
        <p:txBody>
          <a:bodyPr xmlns:a="http://schemas.openxmlformats.org/drawingml/2006/main" lIns="182879" tIns="182879" rIns="182879" bIns="182879" anchor="ctr">
            <a:normAutofit/>
          </a:bodyPr>
          <a:lstStyle xmlns:a="http://schemas.openxmlformats.org/drawingml/2006/main">
            <a:lvl1pPr algn="ctr">
              <a:lnSpc>
                <a:spcPct val="100000"/>
              </a:lnSpc>
              <a:spcBef>
                <a:spcPts val="0"/>
              </a:spcBef>
              <a:buNone/>
              <a:defRPr sz="2800" b="1">
                <a:solidFill>
                  <a:schemeClr val="tx1"/>
                </a:solidFill>
              </a:defRPr>
            </a:lvl1pPr>
            <a:lvl2pPr marL="0" indent="0" algn="ctr">
              <a:lnSpc>
                <a:spcPct val="100000"/>
              </a:lnSpc>
              <a:spcBef>
                <a:spcPts val="0"/>
              </a:spcBef>
              <a:buNone/>
              <a:defRPr sz="2800" b="1">
                <a:solidFill>
                  <a:schemeClr val="accent3">
                    <a:lumOff val="3392"/>
                  </a:schemeClr>
                </a:solidFill>
              </a:defRPr>
            </a:lvl2pPr>
            <a:lvl3pPr marL="0" indent="174625" algn="ctr">
              <a:lnSpc>
                <a:spcPct val="100000"/>
              </a:lnSpc>
              <a:spcBef>
                <a:spcPts val="0"/>
              </a:spcBef>
              <a:buNone/>
              <a:defRPr sz="2800" b="1">
                <a:solidFill>
                  <a:schemeClr val="accent3">
                    <a:lumOff val="3392"/>
                  </a:schemeClr>
                </a:solidFill>
              </a:defRPr>
            </a:lvl3pPr>
            <a:lvl4pPr marL="0" indent="339725" algn="ctr">
              <a:lnSpc>
                <a:spcPct val="100000"/>
              </a:lnSpc>
              <a:spcBef>
                <a:spcPts val="0"/>
              </a:spcBef>
              <a:buNone/>
              <a:defRPr sz="2800" b="1">
                <a:solidFill>
                  <a:schemeClr val="accent3">
                    <a:lumOff val="3392"/>
                  </a:schemeClr>
                </a:solidFill>
              </a:defRPr>
            </a:lvl4pPr>
            <a:lvl5pPr marL="0" indent="512762" algn="ctr">
              <a:lnSpc>
                <a:spcPct val="100000"/>
              </a:lnSpc>
              <a:spcBef>
                <a:spcPts val="0"/>
              </a:spcBef>
              <a:buNone/>
              <a:defRPr sz="2800" b="1">
                <a:solidFill>
                  <a:schemeClr val="accent3">
                    <a:lumOff val="3392"/>
                  </a:schemeClr>
                </a:solidFill>
              </a:defRPr>
            </a:lvl5pPr>
          </a:lstStyle>
          <a:p xmlns:a="http://schemas.openxmlformats.org/drawingml/2006/main">
            <a:pPr>
              <a:buNone/>
            </a:pPr>
            <a:r>
              <a:t>Click to edit Master text styles</a:t>
            </a:r>
          </a:p>
        </p:txBody>
      </p:sp>
    </p:spTree>
  </p:cSld>
</p:sldLayout>
</file>

<file path=ppt/slideLayouts/slideLayout18.xml><?xml version="1.0" encoding="utf-8"?>
<p:sldLayout xmlns:p="http://schemas.openxmlformats.org/presentationml/2006/main" preserve="1" userDrawn="1">
  <p:cSld name="Slide with logo">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6092A336-4C8E-CDC0-D2F1-550C41A2C9F4}"/>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86CB4B4D-7CA3-9044-876B-883B54F8677D}" type="slidenum">
              <a:t>‹#›</a:t>
            </a:fld>
          </a:p>
        </p:txBody>
      </p:sp>
      <p:sp>
        <p:nvSpPr>
          <p:cNvPr id="2" name="Rectangle 1">
            <a:extLst xmlns:a="http://schemas.openxmlformats.org/drawingml/2006/main">
              <a:ext uri="{FF2B5EF4-FFF2-40B4-BE49-F238E27FC236}">
                <a16:creationId xmlns:a16="http://schemas.microsoft.com/office/drawing/2014/main" id="{A8E6B9FA-EC1F-4A72-A5C4-3E216DB2B0D5}"/>
              </a:ext>
            </a:extLst>
          </p:cNvPr>
          <p:cNvSpPr>
            <a:spLocks xmlns:a="http://schemas.openxmlformats.org/drawingml/2006/main" noGrp="1"/>
          </p:cNvSpPr>
          <p:nvPr/>
        </p:nvSpPr>
        <p:spPr>
          <a:xfrm xmlns:a="http://schemas.openxmlformats.org/drawingml/2006/main">
            <a:off x="10297948" y="1240221"/>
            <a:ext cx="1481958" cy="672662"/>
          </a:xfrm>
          <a:prstGeom xmlns:a="http://schemas.openxmlformats.org/drawingml/2006/main" prst="rect">
            <a:avLst/>
          </a:prstGeom>
          <a:solidFill xmlns:a="http://schemas.openxmlformats.org/drawingml/2006/main">
            <a:schemeClr val="tx1"/>
          </a:solidFill>
          <a:ln xmlns:a="http://schemas.openxmlformats.org/drawingml/2006/main" w="12700">
            <a:solidFill>
              <a:schemeClr val="tx1"/>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p:style>
        <p:txBody>
          <a:bodyPr xmlns:a="http://schemas.openxmlformats.org/drawingml/2006/main" rot="0" spcFirstLastPara="1" vert="horz" wrap="square" lIns="91439" tIns="91439" rIns="91439" bIns="91439" anchor="ctr">
            <a:spAutoFit/>
          </a:bodyPr>
          <a:lstStyle xmlns:a="http://schemas.openxmlformats.org/drawingml/2006/main"/>
          <a:p xmlns:a="http://schemas.openxmlformats.org/drawingml/2006/main">
            <a:pPr marL="0" indent="0" algn="ctr">
              <a:lnSpc>
                <a:spcPct val="100000"/>
              </a:lnSpc>
              <a:spcBef>
                <a:spcPts val="0"/>
              </a:spcBef>
              <a:spcAft>
                <a:spcPts val="0"/>
              </a:spcAft>
              <a:buNone/>
            </a:pPr>
          </a:p>
        </p:txBody>
      </p:sp>
      <p:pic>
        <p:nvPicPr>
          <p:cNvPr id="5" name="Picture 4"/>
          <p:cNvPicPr>
            <a:picLocks xmlns:a="http://schemas.openxmlformats.org/drawingml/2006/main" noChangeAspect="1"/>
          </p:cNvPicPr>
          <p:nvPr/>
        </p:nvPicPr>
        <p:blipFill>
          <a:blip xmlns:r="http://schemas.openxmlformats.org/officeDocument/2006/relationships" xmlns:a="http://schemas.openxmlformats.org/drawingml/2006/main" r:embed="Rd2a56c3074fd43ba"/>
          <a:stretch xmlns:a="http://schemas.openxmlformats.org/drawingml/2006/main">
            <a:fillRect l="0" t="0" r="0" b="0"/>
          </a:stretch>
        </p:blipFill>
        <p:spPr>
          <a:xfrm xmlns:a="http://schemas.openxmlformats.org/drawingml/2006/main">
            <a:off x="10629023" y="362581"/>
            <a:ext cx="1150883" cy="430546"/>
          </a:xfrm>
          <a:prstGeom xmlns:a="http://schemas.openxmlformats.org/drawingml/2006/main" prst="rect">
            <a:avLst/>
          </a:prstGeom>
        </p:spPr>
      </p:pic>
    </p:spTree>
  </p:cSld>
</p:sldLayout>
</file>

<file path=ppt/slideLayouts/slideLayout19.xml><?xml version="1.0" encoding="utf-8"?>
<p:sldLayout xmlns:p="http://schemas.openxmlformats.org/presentationml/2006/main" showMasterSp="0" preserve="1" userDrawn="1">
  <p:cSld name="Custom Layou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E34AEC-6485-F835-D479-069CD0AA5105}"/>
              </a:ext>
            </a:extLst>
          </p:cNvPr>
          <p:cNvSpPr>
            <a:spLocks xmlns:a="http://schemas.openxmlformats.org/drawingml/2006/main" noGrp="1"/>
          </p:cNvSpPr>
          <p:nvPr>
            <p:ph type="title" idx="0"/>
          </p:nvPr>
        </p:nvSpPr>
        <p:spPr>
          <a:xfrm xmlns:a="http://schemas.openxmlformats.org/drawingml/2006/main">
            <a:off x="635128" y="4640687"/>
            <a:ext cx="9000000" cy="457295"/>
          </a:xfrm>
        </p:spPr>
        <p:txBody>
          <a:bodyPr xmlns:a="http://schemas.openxmlformats.org/drawingml/2006/main"/>
          <a:lstStyle xmlns:a="http://schemas.openxmlformats.org/drawingml/2006/main">
            <a:lvl1pPr>
              <a:buNone/>
              <a:defRPr sz="1600" spc="0"/>
            </a:lvl1pPr>
          </a:lstStyle>
          <a:p xmlns:a="http://schemas.openxmlformats.org/drawingml/2006/main">
            <a:r>
              <a:t>Click to edit Master title style</a:t>
            </a:r>
          </a:p>
        </p:txBody>
      </p:sp>
      <p:pic>
        <p:nvPicPr>
          <p:cNvPr id="3" name="Picture 3"/>
          <p:cNvPicPr>
            <a:picLocks xmlns:a="http://schemas.openxmlformats.org/drawingml/2006/main" noChangeAspect="1"/>
          </p:cNvPicPr>
          <p:nvPr/>
        </p:nvPicPr>
        <p:blipFill>
          <a:blip xmlns:r="http://schemas.openxmlformats.org/officeDocument/2006/relationships" xmlns:a="http://schemas.openxmlformats.org/drawingml/2006/main" r:embed="R956769d345944db7"/>
          <a:stretch xmlns:a="http://schemas.openxmlformats.org/drawingml/2006/main">
            <a:fillRect l="0" t="0" r="0" b="0"/>
          </a:stretch>
        </p:blipFill>
        <p:spPr>
          <a:xfrm xmlns:a="http://schemas.openxmlformats.org/drawingml/2006/main">
            <a:off x="10897966" y="362286"/>
            <a:ext cx="833598" cy="416799"/>
          </a:xfrm>
          <a:prstGeom xmlns:a="http://schemas.openxmlformats.org/drawingml/2006/main" prst="rect">
            <a:avLst/>
          </a:prstGeom>
        </p:spPr>
      </p:pic>
      <p:sp>
        <p:nvSpPr>
          <p:cNvPr id="5" name="Rectangle">
            <a:extLst xmlns:a="http://schemas.openxmlformats.org/drawingml/2006/main">
              <a:ext uri="{FF2B5EF4-FFF2-40B4-BE49-F238E27FC236}">
                <a16:creationId xmlns:a16="http://schemas.microsoft.com/office/drawing/2014/main" id="{800A7C2D-E409-DB93-9ECC-C71CF456B705}"/>
              </a:ext>
            </a:extLst>
          </p:cNvPr>
          <p:cNvSpPr>
            <a:spLocks xmlns:a="http://schemas.openxmlformats.org/drawingml/2006/main" noGrp="1"/>
          </p:cNvSpPr>
          <p:nvPr/>
        </p:nvSpPr>
        <p:spPr>
          <a:xfrm xmlns:a="http://schemas.openxmlformats.org/drawingml/2006/main">
            <a:off x="165529" y="190499"/>
            <a:ext cx="11848241" cy="6477001"/>
          </a:xfrm>
          <a:prstGeom xmlns:a="http://schemas.openxmlformats.org/drawingml/2006/main" prst="rect">
            <a:avLst/>
          </a:prstGeom>
          <a:ln xmlns:a="http://schemas.openxmlformats.org/drawingml/2006/main">
            <a:solidFill>
              <a:schemeClr val="accent1"/>
            </a:solidFill>
          </a:ln>
        </p:spPr>
        <p:txBody>
          <a:bodyPr xmlns:a="http://schemas.openxmlformats.org/drawingml/2006/main" tIns="91439" bIns="91439" anchor="ctr"/>
          <a:lstStyle xmlns:a="http://schemas.openxmlformats.org/drawingml/2006/main"/>
          <a:p xmlns:a="http://schemas.openxmlformats.org/drawingml/2006/main">
            <a:pPr algn="ctr">
              <a:lnSpc>
                <a:spcPct val="100000"/>
              </a:lnSpc>
              <a:buNone/>
              <a:defRPr sz="2800">
                <a:solidFill>
                  <a:schemeClr val="accent3"/>
                </a:solidFill>
              </a:defRPr>
            </a:pPr>
          </a:p>
        </p:txBody>
      </p:sp>
      <p:pic>
        <p:nvPicPr>
          <p:cNvPr id="6" name="Image"/>
          <p:cNvPicPr>
            <a:picLocks xmlns:a="http://schemas.openxmlformats.org/drawingml/2006/main" noChangeAspect="1"/>
          </p:cNvPicPr>
          <p:nvPr/>
        </p:nvPicPr>
        <p:blipFill>
          <a:blip xmlns:r="http://schemas.openxmlformats.org/officeDocument/2006/relationships" xmlns:a="http://schemas.openxmlformats.org/drawingml/2006/main" r:embed="Rb1a105ec8ce24514"/>
          <a:stretch xmlns:a="http://schemas.openxmlformats.org/drawingml/2006/main">
            <a:fillRect l="0" t="0" r="0" b="0"/>
          </a:stretch>
        </p:blipFill>
        <p:spPr>
          <a:xfrm xmlns:a="http://schemas.openxmlformats.org/drawingml/2006/main">
            <a:off x="600348" y="393566"/>
            <a:ext cx="6557643" cy="3556001"/>
          </a:xfrm>
          <a:prstGeom xmlns:a="http://schemas.openxmlformats.org/drawingml/2006/main" prst="rect">
            <a:avLst/>
          </a:prstGeom>
          <a:ln xmlns:a="http://schemas.openxmlformats.org/drawingml/2006/main" w="12700">
            <a:miter/>
          </a:ln>
        </p:spPr>
      </p:pic>
      <p:pic>
        <p:nvPicPr>
          <p:cNvPr id="7" name="Picture 2"/>
          <p:cNvPicPr>
            <a:picLocks xmlns:a="http://schemas.openxmlformats.org/drawingml/2006/main" noChangeAspect="1"/>
          </p:cNvPicPr>
          <p:nvPr/>
        </p:nvPicPr>
        <p:blipFill>
          <a:blip xmlns:r="http://schemas.openxmlformats.org/officeDocument/2006/relationships" xmlns:a="http://schemas.openxmlformats.org/drawingml/2006/main" r:embed="Rc69cf9f3e0c4441a"/>
          <a:stretch xmlns:a="http://schemas.openxmlformats.org/drawingml/2006/main">
            <a:fillRect l="0" t="0" r="0" b="0"/>
          </a:stretch>
        </p:blipFill>
        <p:spPr>
          <a:xfrm xmlns:a="http://schemas.openxmlformats.org/drawingml/2006/main">
            <a:off x="10629023" y="362581"/>
            <a:ext cx="1150883" cy="430546"/>
          </a:xfrm>
          <a:prstGeom xmlns:a="http://schemas.openxmlformats.org/drawingml/2006/main" prst="rect">
            <a:avLst/>
          </a:prstGeom>
        </p:spPr>
      </p:pic>
    </p:spTree>
  </p:cSld>
</p:sldLayout>
</file>

<file path=ppt/slideLayouts/slideLayout20.xml><?xml version="1.0" encoding="utf-8"?>
<p:sldLayout xmlns:p="http://schemas.openxmlformats.org/presentationml/2006/main" showMasterSp="0" preserve="1" userDrawn="1">
  <p:cSld name="Slide with logo Dark">
    <p:bg>
      <p:bgPr>
        <a:solidFill xmlns:a="http://schemas.openxmlformats.org/drawingml/2006/main">
          <a:schemeClr val="accent2"/>
        </a:solidFill>
      </p:bgPr>
    </p:bg>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5E58C377-31E1-B6AF-B5CB-DB6A8E4A721F}"/>
              </a:ext>
            </a:extLst>
          </p:cNvPr>
          <p:cNvSpPr>
            <a:spLocks xmlns:a="http://schemas.openxmlformats.org/drawingml/2006/main" noGrp="1"/>
          </p:cNvSpPr>
          <p:nvPr>
            <p:ph type="sldNum" idx="10"/>
          </p:nvPr>
        </p:nvSpPr>
        <p:spPr>
          <a:xfrm xmlns:a="http://schemas.openxmlformats.org/drawingml/2006/main">
            <a:off x="11574470" y="6480000"/>
            <a:ext cx="157094" cy="153888"/>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86CB4B4D-7CA3-9044-876B-883B54F8677D}" type="slidenum">
              <a:t>‹#›</a:t>
            </a:fld>
          </a:p>
        </p:txBody>
      </p:sp>
      <p:sp>
        <p:nvSpPr>
          <p:cNvPr id="5" name="Rectangle 26">
            <a:extLst xmlns:a="http://schemas.openxmlformats.org/drawingml/2006/main">
              <a:ext uri="{FF2B5EF4-FFF2-40B4-BE49-F238E27FC236}">
                <a16:creationId xmlns:a16="http://schemas.microsoft.com/office/drawing/2014/main" id="{1AF881B0-6E18-8D27-53FB-8E78FA3095F7}"/>
              </a:ext>
            </a:extLst>
          </p:cNvPr>
          <p:cNvSpPr>
            <a:spLocks xmlns:a="http://schemas.openxmlformats.org/drawingml/2006/main" noGrp="1"/>
          </p:cNvSpPr>
          <p:nvPr/>
        </p:nvSpPr>
        <p:spPr>
          <a:xfrm xmlns:a="http://schemas.openxmlformats.org/drawingml/2006/main">
            <a:off x="500" y="6761481"/>
            <a:ext cx="12178800" cy="96520"/>
          </a:xfrm>
          <a:prstGeom xmlns:a="http://schemas.openxmlformats.org/drawingml/2006/main" prst="rect">
            <a:avLst/>
          </a:prstGeom>
          <a:solidFill xmlns:a="http://schemas.openxmlformats.org/drawingml/2006/main">
            <a:schemeClr val="accent4"/>
          </a:solidFill>
          <a:ln xmlns:a="http://schemas.openxmlformats.org/drawingml/2006/main" w="12700"/>
        </p:spPr>
        <p:txBody>
          <a:bodyPr xmlns:a="http://schemas.openxmlformats.org/drawingml/2006/main" tIns="91439" bIns="91439" anchor="ctr"/>
          <a:lstStyle xmlns:a="http://schemas.openxmlformats.org/drawingml/2006/main"/>
          <a:p xmlns:a="http://schemas.openxmlformats.org/drawingml/2006/main">
            <a:pPr algn="ctr">
              <a:lnSpc>
                <a:spcPct val="100000"/>
              </a:lnSpc>
              <a:buNone/>
              <a:defRPr sz="2800">
                <a:solidFill>
                  <a:schemeClr val="accent3">
                    <a:lumOff val="3392"/>
                  </a:schemeClr>
                </a:solidFill>
              </a:defRPr>
            </a:pPr>
          </a:p>
        </p:txBody>
      </p:sp>
      <p:pic>
        <p:nvPicPr>
          <p:cNvPr id="6" name="Picture 1"/>
          <p:cNvPicPr>
            <a:picLocks xmlns:a="http://schemas.openxmlformats.org/drawingml/2006/main" noChangeAspect="1"/>
          </p:cNvPicPr>
          <p:nvPr/>
        </p:nvPicPr>
        <p:blipFill>
          <a:blip xmlns:r="http://schemas.openxmlformats.org/officeDocument/2006/relationships" xmlns:a="http://schemas.openxmlformats.org/drawingml/2006/main" r:embed="R1a094e3e3d4642fd"/>
          <a:stretch xmlns:a="http://schemas.openxmlformats.org/drawingml/2006/main">
            <a:fillRect l="0" t="0" r="0" b="0"/>
          </a:stretch>
        </p:blipFill>
        <p:spPr>
          <a:xfrm xmlns:a="http://schemas.openxmlformats.org/drawingml/2006/main">
            <a:off x="10897966" y="362285"/>
            <a:ext cx="835200" cy="417600"/>
          </a:xfrm>
          <a:prstGeom xmlns:a="http://schemas.openxmlformats.org/drawingml/2006/main" prst="rect">
            <a:avLst/>
          </a:prstGeom>
        </p:spPr>
      </p:pic>
    </p:spTree>
  </p:cSld>
</p:sldLayout>
</file>

<file path=ppt/slideLayouts/slideLayout21.xml><?xml version="1.0" encoding="utf-8"?>
<p:sldLayout xmlns:p="http://schemas.openxmlformats.org/presentationml/2006/main" showMasterSp="0" preserve="1" userDrawn="1">
  <p:cSld name="1_Slide with logo Teal">
    <p:bg>
      <p:bgPr>
        <a:solidFill xmlns:a="http://schemas.openxmlformats.org/drawingml/2006/main">
          <a:schemeClr val="accent4"/>
        </a:solidFill>
      </p:bgPr>
    </p:bg>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5E58C377-31E1-B6AF-B5CB-DB6A8E4A721F}"/>
              </a:ext>
            </a:extLst>
          </p:cNvPr>
          <p:cNvSpPr>
            <a:spLocks xmlns:a="http://schemas.openxmlformats.org/drawingml/2006/main" noGrp="1"/>
          </p:cNvSpPr>
          <p:nvPr>
            <p:ph type="sldNum" idx="10"/>
          </p:nvPr>
        </p:nvSpPr>
        <p:spPr>
          <a:xfrm xmlns:a="http://schemas.openxmlformats.org/drawingml/2006/main">
            <a:off x="11574470" y="6480000"/>
            <a:ext cx="157094" cy="153888"/>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86CB4B4D-7CA3-9044-876B-883B54F8677D}" type="slidenum">
              <a:t>‹#›</a:t>
            </a:fld>
          </a:p>
        </p:txBody>
      </p:sp>
      <p:sp>
        <p:nvSpPr>
          <p:cNvPr id="2" name="Rectangle 26">
            <a:extLst xmlns:a="http://schemas.openxmlformats.org/drawingml/2006/main">
              <a:ext uri="{FF2B5EF4-FFF2-40B4-BE49-F238E27FC236}">
                <a16:creationId xmlns:a16="http://schemas.microsoft.com/office/drawing/2014/main" id="{77F7703D-4F57-B386-7552-96B1C62710F8}"/>
              </a:ext>
            </a:extLst>
          </p:cNvPr>
          <p:cNvSpPr>
            <a:spLocks xmlns:a="http://schemas.openxmlformats.org/drawingml/2006/main" noGrp="1"/>
          </p:cNvSpPr>
          <p:nvPr/>
        </p:nvSpPr>
        <p:spPr>
          <a:xfrm xmlns:a="http://schemas.openxmlformats.org/drawingml/2006/main">
            <a:off x="500" y="6761481"/>
            <a:ext cx="12178800" cy="96520"/>
          </a:xfrm>
          <a:prstGeom xmlns:a="http://schemas.openxmlformats.org/drawingml/2006/main" prst="rect">
            <a:avLst/>
          </a:prstGeom>
          <a:solidFill xmlns:a="http://schemas.openxmlformats.org/drawingml/2006/main">
            <a:schemeClr val="accent2"/>
          </a:solidFill>
          <a:ln xmlns:a="http://schemas.openxmlformats.org/drawingml/2006/main" w="12700"/>
        </p:spPr>
        <p:txBody>
          <a:bodyPr xmlns:a="http://schemas.openxmlformats.org/drawingml/2006/main" tIns="91439" bIns="91439" anchor="ctr"/>
          <a:lstStyle xmlns:a="http://schemas.openxmlformats.org/drawingml/2006/main"/>
          <a:p xmlns:a="http://schemas.openxmlformats.org/drawingml/2006/main">
            <a:pPr algn="ctr">
              <a:lnSpc>
                <a:spcPct val="100000"/>
              </a:lnSpc>
              <a:buNone/>
              <a:defRPr sz="2800">
                <a:solidFill>
                  <a:schemeClr val="accent3">
                    <a:lumOff val="3392"/>
                  </a:schemeClr>
                </a:solidFill>
              </a:defRPr>
            </a:pPr>
          </a:p>
        </p:txBody>
      </p:sp>
      <p:pic>
        <p:nvPicPr>
          <p:cNvPr id="5" name="Picture 3"/>
          <p:cNvPicPr>
            <a:picLocks xmlns:a="http://schemas.openxmlformats.org/drawingml/2006/main" noChangeAspect="1"/>
          </p:cNvPicPr>
          <p:nvPr/>
        </p:nvPicPr>
        <p:blipFill>
          <a:blip xmlns:r="http://schemas.openxmlformats.org/officeDocument/2006/relationships" xmlns:a="http://schemas.openxmlformats.org/drawingml/2006/main" r:embed="R6bcf4faec5e84955"/>
          <a:stretch xmlns:a="http://schemas.openxmlformats.org/drawingml/2006/main">
            <a:fillRect l="0" t="0" r="0" b="0"/>
          </a:stretch>
        </p:blipFill>
        <p:spPr>
          <a:xfrm xmlns:a="http://schemas.openxmlformats.org/drawingml/2006/main">
            <a:off x="10897966" y="362285"/>
            <a:ext cx="835200" cy="417600"/>
          </a:xfrm>
          <a:prstGeom xmlns:a="http://schemas.openxmlformats.org/drawingml/2006/main" prst="rect">
            <a:avLst/>
          </a:prstGeom>
        </p:spPr>
      </p:pic>
    </p:spTree>
  </p:cSld>
</p:sldLayout>
</file>

<file path=ppt/slideLayouts/slideLayout22.xml><?xml version="1.0" encoding="utf-8"?>
<p:sldLayout xmlns:p="http://schemas.openxmlformats.org/presentationml/2006/main" showMasterSp="0" preserve="1" userDrawn="1">
  <p:cSld name="Thank You Slide">
    <p:bg>
      <p:bgPr>
        <a:solidFill xmlns:a="http://schemas.openxmlformats.org/drawingml/2006/main">
          <a:schemeClr val="accent1"/>
        </a:solidFill>
      </p:bgPr>
    </p:bg>
    <p:spTree>
      <p:nvGrpSpPr>
        <p:cNvPr id="1" name=""/>
        <p:cNvGrpSpPr/>
        <p:nvPr/>
      </p:nvGrpSpPr>
      <p:grpSpPr>
        <a:xfrm xmlns:a="http://schemas.openxmlformats.org/drawingml/2006/main"/>
      </p:grpSpPr>
      <p:sp>
        <p:nvSpPr>
          <p:cNvPr id="1304" name="Rectangle">
            <a:extLst xmlns:a="http://schemas.openxmlformats.org/drawingml/2006/main">
              <a:ext uri="{FF2B5EF4-FFF2-40B4-BE49-F238E27FC236}">
                <a16:creationId xmlns:a16="http://schemas.microsoft.com/office/drawing/2014/main" id="{ED276C5D-23B4-42C6-B839-06CFD0A5A0DF}"/>
              </a:ext>
            </a:extLst>
          </p:cNvPr>
          <p:cNvSpPr>
            <a:spLocks xmlns:a="http://schemas.openxmlformats.org/drawingml/2006/main" noGrp="1"/>
          </p:cNvSpPr>
          <p:nvPr/>
        </p:nvSpPr>
        <p:spPr>
          <a:xfrm xmlns:a="http://schemas.openxmlformats.org/drawingml/2006/main">
            <a:off x="165529" y="190499"/>
            <a:ext cx="11848241" cy="6477001"/>
          </a:xfrm>
          <a:prstGeom xmlns:a="http://schemas.openxmlformats.org/drawingml/2006/main" prst="rect">
            <a:avLst/>
          </a:prstGeom>
          <a:ln xmlns:a="http://schemas.openxmlformats.org/drawingml/2006/main">
            <a:solidFill>
              <a:schemeClr val="tx1"/>
            </a:solidFill>
          </a:ln>
        </p:spPr>
        <p:txBody>
          <a:bodyPr xmlns:a="http://schemas.openxmlformats.org/drawingml/2006/main" tIns="91439" bIns="91439" anchor="ctr"/>
          <a:lstStyle xmlns:a="http://schemas.openxmlformats.org/drawingml/2006/main"/>
          <a:p xmlns:a="http://schemas.openxmlformats.org/drawingml/2006/main">
            <a:pPr algn="ctr">
              <a:lnSpc>
                <a:spcPct val="100000"/>
              </a:lnSpc>
              <a:buNone/>
              <a:defRPr sz="2800">
                <a:solidFill>
                  <a:schemeClr val="accent3"/>
                </a:solidFill>
              </a:defRPr>
            </a:pPr>
          </a:p>
        </p:txBody>
      </p:sp>
      <p:pic>
        <p:nvPicPr>
          <p:cNvPr id="1305" name="Image"/>
          <p:cNvPicPr>
            <a:picLocks xmlns:a="http://schemas.openxmlformats.org/drawingml/2006/main" noChangeAspect="1"/>
          </p:cNvPicPr>
          <p:nvPr/>
        </p:nvPicPr>
        <p:blipFill>
          <a:blip xmlns:r="http://schemas.openxmlformats.org/officeDocument/2006/relationships" xmlns:a="http://schemas.openxmlformats.org/drawingml/2006/main" r:embed="R53173caafefc45dd"/>
          <a:stretch xmlns:a="http://schemas.openxmlformats.org/drawingml/2006/main">
            <a:fillRect l="0" t="0" r="0" b="0"/>
          </a:stretch>
        </p:blipFill>
        <p:spPr>
          <a:xfrm xmlns:a="http://schemas.openxmlformats.org/drawingml/2006/main">
            <a:off x="600348" y="393566"/>
            <a:ext cx="6557644" cy="3556001"/>
          </a:xfrm>
          <a:prstGeom xmlns:a="http://schemas.openxmlformats.org/drawingml/2006/main" prst="rect">
            <a:avLst/>
          </a:prstGeom>
          <a:ln xmlns:a="http://schemas.openxmlformats.org/drawingml/2006/main" w="12700">
            <a:miter/>
          </a:ln>
        </p:spPr>
      </p:pic>
      <p:sp>
        <p:nvSpPr>
          <p:cNvPr id="2" name="Text Placeholder 3">
            <a:extLst xmlns:a="http://schemas.openxmlformats.org/drawingml/2006/main">
              <a:ext uri="{FF2B5EF4-FFF2-40B4-BE49-F238E27FC236}">
                <a16:creationId xmlns:a16="http://schemas.microsoft.com/office/drawing/2014/main" id="{99CF3841-8ED6-6708-57A4-9817037CEB78}"/>
              </a:ext>
            </a:extLst>
          </p:cNvPr>
          <p:cNvSpPr>
            <a:spLocks xmlns:a="http://schemas.openxmlformats.org/drawingml/2006/main" noGrp="1"/>
          </p:cNvSpPr>
          <p:nvPr>
            <p:ph type="body" idx="21"/>
          </p:nvPr>
        </p:nvSpPr>
        <p:spPr>
          <a:xfrm xmlns:a="http://schemas.openxmlformats.org/drawingml/2006/main">
            <a:off x="617538" y="4291334"/>
            <a:ext cx="2340000" cy="3600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a:spcBef>
                <a:spcPts val="0"/>
              </a:spcBef>
              <a:buNone/>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xmlns:a="http://schemas.openxmlformats.org/drawingml/2006/main">
            <a:pPr>
              <a:buNone/>
            </a:pPr>
            <a:r>
              <a:t>Click to edit Master text styles</a:t>
            </a:r>
          </a:p>
        </p:txBody>
      </p:sp>
      <p:sp>
        <p:nvSpPr>
          <p:cNvPr id="3" name="Text Placeholder 3">
            <a:extLst xmlns:a="http://schemas.openxmlformats.org/drawingml/2006/main">
              <a:ext uri="{FF2B5EF4-FFF2-40B4-BE49-F238E27FC236}">
                <a16:creationId xmlns:a16="http://schemas.microsoft.com/office/drawing/2014/main" id="{07F3690B-C83C-2263-51B8-2AD430316DB8}"/>
              </a:ext>
            </a:extLst>
          </p:cNvPr>
          <p:cNvSpPr>
            <a:spLocks xmlns:a="http://schemas.openxmlformats.org/drawingml/2006/main" noGrp="1"/>
          </p:cNvSpPr>
          <p:nvPr>
            <p:ph type="body" idx="22"/>
          </p:nvPr>
        </p:nvSpPr>
        <p:spPr>
          <a:xfrm xmlns:a="http://schemas.openxmlformats.org/drawingml/2006/main">
            <a:off x="3473690" y="4291334"/>
            <a:ext cx="2340000" cy="3600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a:spcBef>
                <a:spcPts val="0"/>
              </a:spcBef>
              <a:buNone/>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xmlns:a="http://schemas.openxmlformats.org/drawingml/2006/main">
            <a:pPr>
              <a:buNone/>
            </a:pPr>
            <a:r>
              <a:t>Click to edit Master text styles</a:t>
            </a:r>
          </a:p>
        </p:txBody>
      </p:sp>
      <p:sp>
        <p:nvSpPr>
          <p:cNvPr id="4" name="Text Placeholder 3">
            <a:extLst xmlns:a="http://schemas.openxmlformats.org/drawingml/2006/main">
              <a:ext uri="{FF2B5EF4-FFF2-40B4-BE49-F238E27FC236}">
                <a16:creationId xmlns:a16="http://schemas.microsoft.com/office/drawing/2014/main" id="{A283DC22-9630-B38E-C904-813DD4F866A9}"/>
              </a:ext>
            </a:extLst>
          </p:cNvPr>
          <p:cNvSpPr>
            <a:spLocks xmlns:a="http://schemas.openxmlformats.org/drawingml/2006/main" noGrp="1"/>
          </p:cNvSpPr>
          <p:nvPr>
            <p:ph type="body" idx="23"/>
          </p:nvPr>
        </p:nvSpPr>
        <p:spPr>
          <a:xfrm xmlns:a="http://schemas.openxmlformats.org/drawingml/2006/main">
            <a:off x="6329842" y="4291334"/>
            <a:ext cx="2340000" cy="3600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a:spcBef>
                <a:spcPts val="0"/>
              </a:spcBef>
              <a:buNone/>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xmlns:a="http://schemas.openxmlformats.org/drawingml/2006/main">
            <a:pPr>
              <a:buNone/>
            </a:pPr>
            <a:r>
              <a:t>Click to edit Master text styles</a:t>
            </a:r>
          </a:p>
        </p:txBody>
      </p:sp>
      <p:sp>
        <p:nvSpPr>
          <p:cNvPr id="5" name="Text Placeholder 3">
            <a:extLst xmlns:a="http://schemas.openxmlformats.org/drawingml/2006/main">
              <a:ext uri="{FF2B5EF4-FFF2-40B4-BE49-F238E27FC236}">
                <a16:creationId xmlns:a16="http://schemas.microsoft.com/office/drawing/2014/main" id="{3E5848EA-712E-9B18-ECD8-B6B00CEC65F5}"/>
              </a:ext>
            </a:extLst>
          </p:cNvPr>
          <p:cNvSpPr>
            <a:spLocks xmlns:a="http://schemas.openxmlformats.org/drawingml/2006/main" noGrp="1"/>
          </p:cNvSpPr>
          <p:nvPr>
            <p:ph type="body" idx="24"/>
          </p:nvPr>
        </p:nvSpPr>
        <p:spPr>
          <a:xfrm xmlns:a="http://schemas.openxmlformats.org/drawingml/2006/main">
            <a:off x="9185994" y="4291334"/>
            <a:ext cx="2340000" cy="3600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a:spcBef>
                <a:spcPts val="0"/>
              </a:spcBef>
              <a:buNone/>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xmlns:a="http://schemas.openxmlformats.org/drawingml/2006/main">
            <a:pPr>
              <a:buNone/>
            </a:pPr>
            <a:r>
              <a:t>Click to edit Master text styles</a:t>
            </a:r>
          </a:p>
        </p:txBody>
      </p:sp>
      <p:sp>
        <p:nvSpPr>
          <p:cNvPr id="6" name="Text Placeholder 3">
            <a:extLst xmlns:a="http://schemas.openxmlformats.org/drawingml/2006/main">
              <a:ext uri="{FF2B5EF4-FFF2-40B4-BE49-F238E27FC236}">
                <a16:creationId xmlns:a16="http://schemas.microsoft.com/office/drawing/2014/main" id="{239248B7-4F45-3A2F-F77A-254137B02A5D}"/>
              </a:ext>
            </a:extLst>
          </p:cNvPr>
          <p:cNvSpPr>
            <a:spLocks xmlns:a="http://schemas.openxmlformats.org/drawingml/2006/main" noGrp="1"/>
          </p:cNvSpPr>
          <p:nvPr>
            <p:ph type="body" idx="25"/>
          </p:nvPr>
        </p:nvSpPr>
        <p:spPr>
          <a:xfrm xmlns:a="http://schemas.openxmlformats.org/drawingml/2006/main">
            <a:off x="617538" y="4725144"/>
            <a:ext cx="2340000" cy="3600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a:spcBef>
                <a:spcPts val="0"/>
              </a:spcBef>
              <a:buNone/>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xmlns:a="http://schemas.openxmlformats.org/drawingml/2006/main">
            <a:pPr>
              <a:buNone/>
            </a:pPr>
            <a:r>
              <a:t>Click to edit Master text styles</a:t>
            </a:r>
          </a:p>
        </p:txBody>
      </p:sp>
      <p:sp>
        <p:nvSpPr>
          <p:cNvPr id="7" name="Text Placeholder 3">
            <a:extLst xmlns:a="http://schemas.openxmlformats.org/drawingml/2006/main">
              <a:ext uri="{FF2B5EF4-FFF2-40B4-BE49-F238E27FC236}">
                <a16:creationId xmlns:a16="http://schemas.microsoft.com/office/drawing/2014/main" id="{25580FAC-13AA-9847-E7FB-CA6185B21438}"/>
              </a:ext>
            </a:extLst>
          </p:cNvPr>
          <p:cNvSpPr>
            <a:spLocks xmlns:a="http://schemas.openxmlformats.org/drawingml/2006/main" noGrp="1"/>
          </p:cNvSpPr>
          <p:nvPr>
            <p:ph type="body" idx="26"/>
          </p:nvPr>
        </p:nvSpPr>
        <p:spPr>
          <a:xfrm xmlns:a="http://schemas.openxmlformats.org/drawingml/2006/main">
            <a:off x="3473690" y="4725144"/>
            <a:ext cx="2340000" cy="3600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a:spcBef>
                <a:spcPts val="0"/>
              </a:spcBef>
              <a:buNone/>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xmlns:a="http://schemas.openxmlformats.org/drawingml/2006/main">
            <a:pPr>
              <a:buNone/>
            </a:pPr>
            <a:r>
              <a:t>Click to edit Master text styles</a:t>
            </a:r>
          </a:p>
        </p:txBody>
      </p:sp>
      <p:sp>
        <p:nvSpPr>
          <p:cNvPr id="8" name="Text Placeholder 3">
            <a:extLst xmlns:a="http://schemas.openxmlformats.org/drawingml/2006/main">
              <a:ext uri="{FF2B5EF4-FFF2-40B4-BE49-F238E27FC236}">
                <a16:creationId xmlns:a16="http://schemas.microsoft.com/office/drawing/2014/main" id="{87064713-9468-3192-25BA-F4153E3A3D1C}"/>
              </a:ext>
            </a:extLst>
          </p:cNvPr>
          <p:cNvSpPr>
            <a:spLocks xmlns:a="http://schemas.openxmlformats.org/drawingml/2006/main" noGrp="1"/>
          </p:cNvSpPr>
          <p:nvPr>
            <p:ph type="body" idx="27"/>
          </p:nvPr>
        </p:nvSpPr>
        <p:spPr>
          <a:xfrm xmlns:a="http://schemas.openxmlformats.org/drawingml/2006/main">
            <a:off x="6329842" y="4725144"/>
            <a:ext cx="2340000" cy="3600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a:spcBef>
                <a:spcPts val="0"/>
              </a:spcBef>
              <a:buNone/>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xmlns:a="http://schemas.openxmlformats.org/drawingml/2006/main">
            <a:pPr>
              <a:buNone/>
            </a:pPr>
            <a:r>
              <a:t>Click to edit Master text styles</a:t>
            </a:r>
          </a:p>
        </p:txBody>
      </p:sp>
      <p:sp>
        <p:nvSpPr>
          <p:cNvPr id="9" name="Text Placeholder 3">
            <a:extLst xmlns:a="http://schemas.openxmlformats.org/drawingml/2006/main">
              <a:ext uri="{FF2B5EF4-FFF2-40B4-BE49-F238E27FC236}">
                <a16:creationId xmlns:a16="http://schemas.microsoft.com/office/drawing/2014/main" id="{B975AAF6-3101-6B0C-FD52-BB661302BFB7}"/>
              </a:ext>
            </a:extLst>
          </p:cNvPr>
          <p:cNvSpPr>
            <a:spLocks xmlns:a="http://schemas.openxmlformats.org/drawingml/2006/main" noGrp="1"/>
          </p:cNvSpPr>
          <p:nvPr>
            <p:ph type="body" idx="28"/>
          </p:nvPr>
        </p:nvSpPr>
        <p:spPr>
          <a:xfrm xmlns:a="http://schemas.openxmlformats.org/drawingml/2006/main">
            <a:off x="9185994" y="4725144"/>
            <a:ext cx="2340000" cy="3600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a:spcBef>
                <a:spcPts val="0"/>
              </a:spcBef>
              <a:buNone/>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xmlns:a="http://schemas.openxmlformats.org/drawingml/2006/main">
            <a:pPr>
              <a:buNone/>
            </a:pPr>
            <a:r>
              <a:t>Click to edit Master text styles</a:t>
            </a:r>
          </a:p>
        </p:txBody>
      </p:sp>
      <p:pic>
        <p:nvPicPr>
          <p:cNvPr id="1314" name="Picture 9"/>
          <p:cNvPicPr>
            <a:picLocks xmlns:a="http://schemas.openxmlformats.org/drawingml/2006/main" noChangeAspect="1"/>
          </p:cNvPicPr>
          <p:nvPr/>
        </p:nvPicPr>
        <p:blipFill>
          <a:blip xmlns:r="http://schemas.openxmlformats.org/officeDocument/2006/relationships" xmlns:a="http://schemas.openxmlformats.org/drawingml/2006/main" r:embed="Rf92157e10b3249b1"/>
          <a:stretch xmlns:a="http://schemas.openxmlformats.org/drawingml/2006/main">
            <a:fillRect l="0" t="0" r="0" b="0"/>
          </a:stretch>
        </p:blipFill>
        <p:spPr>
          <a:xfrm xmlns:a="http://schemas.openxmlformats.org/drawingml/2006/main">
            <a:off x="10897966" y="362285"/>
            <a:ext cx="835200" cy="417600"/>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emf" Id="R3425fb79b2f74044" /><Relationship Type="http://schemas.openxmlformats.org/officeDocument/2006/relationships/theme" Target="/ppt/slideMasters/theme/theme2.xml" Id="R0511f321ec664165" /><Relationship Type="http://schemas.openxmlformats.org/officeDocument/2006/relationships/slideLayout" Target="/ppt/slideLayouts/slideLayout1.xml" Id="Rfb68fb2658c3492c" /><Relationship Type="http://schemas.openxmlformats.org/officeDocument/2006/relationships/slideLayout" Target="/ppt/slideLayouts/slideLayout2.xml" Id="R93afee1007634878" /><Relationship Type="http://schemas.openxmlformats.org/officeDocument/2006/relationships/slideLayout" Target="/ppt/slideLayouts/slideLayout3.xml" Id="R349aa5f1da6d48e1" /><Relationship Type="http://schemas.openxmlformats.org/officeDocument/2006/relationships/slideLayout" Target="/ppt/slideLayouts/slideLayout4.xml" Id="Rc03f7e523a9645cc" /><Relationship Type="http://schemas.openxmlformats.org/officeDocument/2006/relationships/slideLayout" Target="/ppt/slideLayouts/slideLayout5.xml" Id="Rdd87637fad70489d" /><Relationship Type="http://schemas.openxmlformats.org/officeDocument/2006/relationships/slideLayout" Target="/ppt/slideLayouts/slideLayout6.xml" Id="R24163f3b9f6c4fc5" /><Relationship Type="http://schemas.openxmlformats.org/officeDocument/2006/relationships/slideLayout" Target="/ppt/slideLayouts/slideLayout7.xml" Id="R6ffaa2c7a99b4f04" /><Relationship Type="http://schemas.openxmlformats.org/officeDocument/2006/relationships/slideLayout" Target="/ppt/slideLayouts/slideLayout8.xml" Id="R4424d8973e4248f4" /><Relationship Type="http://schemas.openxmlformats.org/officeDocument/2006/relationships/slideLayout" Target="/ppt/slideLayouts/slideLayout9.xml" Id="R906d463f37274373" /><Relationship Type="http://schemas.openxmlformats.org/officeDocument/2006/relationships/slideLayout" Target="/ppt/slideLayouts/slideLayout10.xml" Id="R76e955ffb6b6464c" /><Relationship Type="http://schemas.openxmlformats.org/officeDocument/2006/relationships/slideLayout" Target="/ppt/slideLayouts/slideLayout11.xml" Id="R9c44c0502af7462c" /><Relationship Type="http://schemas.openxmlformats.org/officeDocument/2006/relationships/slideLayout" Target="/ppt/slideLayouts/slideLayout12.xml" Id="R41bf8301d3294d7a" /><Relationship Type="http://schemas.openxmlformats.org/officeDocument/2006/relationships/slideLayout" Target="/ppt/slideLayouts/slideLayout13.xml" Id="Rdfafa48525974ea0" /><Relationship Type="http://schemas.openxmlformats.org/officeDocument/2006/relationships/slideLayout" Target="/ppt/slideLayouts/slideLayout14.xml" Id="R0b1c0245da6a4063" /><Relationship Type="http://schemas.openxmlformats.org/officeDocument/2006/relationships/slideLayout" Target="/ppt/slideLayouts/slideLayout15.xml" Id="R22828296485846a7" /><Relationship Type="http://schemas.openxmlformats.org/officeDocument/2006/relationships/slideLayout" Target="/ppt/slideLayouts/slideLayout16.xml" Id="R89d2f4cd04c9442f" /><Relationship Type="http://schemas.openxmlformats.org/officeDocument/2006/relationships/slideLayout" Target="/ppt/slideLayouts/slideLayout17.xml" Id="R117f55bb245d4509" /><Relationship Type="http://schemas.openxmlformats.org/officeDocument/2006/relationships/slideLayout" Target="/ppt/slideLayouts/slideLayout18.xml" Id="R252fbef03dc14bdf" /><Relationship Type="http://schemas.openxmlformats.org/officeDocument/2006/relationships/slideLayout" Target="/ppt/slideLayouts/slideLayout19.xml" Id="R57844cd5d65d48f3" /><Relationship Type="http://schemas.openxmlformats.org/officeDocument/2006/relationships/slideLayout" Target="/ppt/slideLayouts/slideLayout20.xml" Id="R66d624601452465a" /><Relationship Type="http://schemas.openxmlformats.org/officeDocument/2006/relationships/slideLayout" Target="/ppt/slideLayouts/slideLayout21.xml" Id="R0d453d64e22147d1" /><Relationship Type="http://schemas.openxmlformats.org/officeDocument/2006/relationships/slideLayout" Target="/ppt/slideLayouts/slideLayout22.xml" Id="R1ff675d58a4a4151" /></Relationships>
</file>

<file path=ppt/slideMasters/slideMaster1.xml><?xml version="1.0" encoding="utf-8"?>
<p:sldMaster xmlns:p="http://schemas.openxmlformats.org/presentationml/2006/main">
  <p:cSld>
    <p:bg>
      <p:bgPr>
        <a:solidFill xmlns:a="http://schemas.openxmlformats.org/drawingml/2006/main">
          <a:schemeClr val="tx1"/>
        </a:solidFill>
      </p:bgPr>
    </p:bg>
    <p:spTree>
      <p:nvGrpSpPr>
        <p:cNvPr id="1" name=""/>
        <p:cNvGrpSpPr/>
        <p:nvPr/>
      </p:nvGrpSpPr>
      <p:grpSpPr>
        <a:xfrm xmlns:a="http://schemas.openxmlformats.org/drawingml/2006/main"/>
      </p:grpSpPr>
      <p:sp>
        <p:nvSpPr>
          <p:cNvPr id="2" name="Slide Number">
            <a:extLst xmlns:a="http://schemas.openxmlformats.org/drawingml/2006/main">
              <a:ext uri="{FF2B5EF4-FFF2-40B4-BE49-F238E27FC236}">
                <a16:creationId xmlns:a16="http://schemas.microsoft.com/office/drawing/2014/main" id="{EEB5C5D5-9CAC-4E88-B197-FA4591F9AD4E}"/>
              </a:ext>
            </a:extLst>
          </p:cNvPr>
          <p:cNvSpPr>
            <a:spLocks xmlns:a="http://schemas.openxmlformats.org/drawingml/2006/main" noGrp="1"/>
          </p:cNvSpPr>
          <p:nvPr>
            <p:ph type="sldNum" idx="2"/>
          </p:nvPr>
        </p:nvSpPr>
        <p:spPr>
          <a:xfrm xmlns:a="http://schemas.openxmlformats.org/drawingml/2006/main">
            <a:off x="11574470" y="6480000"/>
            <a:ext cx="157094" cy="153888"/>
          </a:xfrm>
          <a:prstGeom xmlns:a="http://schemas.openxmlformats.org/drawingml/2006/main" prst="rect">
            <a:avLst/>
          </a:prstGeom>
          <a:ln xmlns:a="http://schemas.openxmlformats.org/drawingml/2006/main" w="12700"/>
        </p:spPr>
        <p:txBody>
          <a:bodyPr xmlns:a="http://schemas.openxmlformats.org/drawingml/2006/main" wrap="none" lIns="0" tIns="0" rIns="0" bIns="0">
            <a:spAutoFit/>
          </a:bodyPr>
          <a:lstStyle xmlns:a="http://schemas.openxmlformats.org/drawingml/2006/main">
            <a:lvl1pPr algn="r">
              <a:lnSpc>
                <a:spcPct val="100000"/>
              </a:lnSpc>
              <a:buNone/>
              <a:defRPr sz="1000" b="0">
                <a:solidFill>
                  <a:schemeClr val="bg1"/>
                </a:solidFill>
              </a:defRPr>
            </a:lvl1pPr>
          </a:lstStyle>
          <a:p xmlns:a="http://schemas.openxmlformats.org/drawingml/2006/main">
            <a:fld id="{86CB4B4D-7CA3-9044-876B-883B54F8677D}" type="slidenum">
              <a:t>‹#›</a:t>
            </a:fld>
          </a:p>
        </p:txBody>
      </p:sp>
      <p:sp>
        <p:nvSpPr>
          <p:cNvPr id="4" name="Rectangle 26">
            <a:extLst xmlns:a="http://schemas.openxmlformats.org/drawingml/2006/main">
              <a:ext uri="{FF2B5EF4-FFF2-40B4-BE49-F238E27FC236}">
                <a16:creationId xmlns:a16="http://schemas.microsoft.com/office/drawing/2014/main" id="{AB9F9D3C-D24E-41F3-BC16-DBA2530B8F34}"/>
              </a:ext>
            </a:extLst>
          </p:cNvPr>
          <p:cNvSpPr>
            <a:spLocks xmlns:a="http://schemas.openxmlformats.org/drawingml/2006/main" noGrp="1"/>
          </p:cNvSpPr>
          <p:nvPr/>
        </p:nvSpPr>
        <p:spPr>
          <a:xfrm xmlns:a="http://schemas.openxmlformats.org/drawingml/2006/main">
            <a:off x="500" y="6761480"/>
            <a:ext cx="12178800" cy="96520"/>
          </a:xfrm>
          <a:prstGeom xmlns:a="http://schemas.openxmlformats.org/drawingml/2006/main" prst="rect">
            <a:avLst/>
          </a:prstGeom>
          <a:solidFill xmlns:a="http://schemas.openxmlformats.org/drawingml/2006/main">
            <a:schemeClr val="accent1"/>
          </a:solidFill>
          <a:ln xmlns:a="http://schemas.openxmlformats.org/drawingml/2006/main" w="12700"/>
        </p:spPr>
        <p:txBody>
          <a:bodyPr xmlns:a="http://schemas.openxmlformats.org/drawingml/2006/main" tIns="91439" bIns="91439" anchor="ctr"/>
          <a:lstStyle xmlns:a="http://schemas.openxmlformats.org/drawingml/2006/main"/>
          <a:p xmlns:a="http://schemas.openxmlformats.org/drawingml/2006/main">
            <a:pPr algn="ctr">
              <a:lnSpc>
                <a:spcPct val="100000"/>
              </a:lnSpc>
              <a:buNone/>
              <a:defRPr sz="2800">
                <a:solidFill>
                  <a:schemeClr val="accent3">
                    <a:lumOff val="3392"/>
                  </a:schemeClr>
                </a:solidFill>
              </a:defRPr>
            </a:pPr>
          </a:p>
        </p:txBody>
      </p:sp>
      <p:sp>
        <p:nvSpPr>
          <p:cNvPr id="13" name="Title Text">
            <a:extLst xmlns:a="http://schemas.openxmlformats.org/drawingml/2006/main">
              <a:ext uri="{FF2B5EF4-FFF2-40B4-BE49-F238E27FC236}">
                <a16:creationId xmlns:a16="http://schemas.microsoft.com/office/drawing/2014/main" id="{0FA158A4-54D2-FE6D-8D99-B11D40E0AF64}"/>
              </a:ext>
            </a:extLst>
          </p:cNvPr>
          <p:cNvSpPr>
            <a:spLocks xmlns:a="http://schemas.openxmlformats.org/drawingml/2006/main" noGrp="1"/>
          </p:cNvSpPr>
          <p:nvPr>
            <p:ph type="title" idx="0"/>
          </p:nvPr>
        </p:nvSpPr>
        <p:spPr>
          <a:xfrm xmlns:a="http://schemas.openxmlformats.org/drawingml/2006/main">
            <a:off x="359999" y="360000"/>
            <a:ext cx="9000000" cy="900000"/>
          </a:xfrm>
          <a:prstGeom xmlns:a="http://schemas.openxmlformats.org/drawingml/2006/main" prst="rect">
            <a:avLst/>
          </a:prstGeom>
          <a:ln xmlns:a="http://schemas.openxmlformats.org/drawingml/2006/main" w="12700"/>
        </p:spPr>
        <p:txBody>
          <a:bodyPr xmlns:a="http://schemas.openxmlformats.org/drawingml/2006/main" wrap="square" lIns="0" tIns="0" rIns="0" bIns="0" anchor="t"/>
          <a:lstStyle xmlns:a="http://schemas.openxmlformats.org/drawingml/2006/main"/>
          <a:p xmlns:a="http://schemas.openxmlformats.org/drawingml/2006/main">
            <a:r>
              <a:t>Title Text</a:t>
            </a:r>
          </a:p>
        </p:txBody>
      </p:sp>
      <p:pic>
        <p:nvPicPr>
          <p:cNvPr id="14" name="Picture 4"/>
          <p:cNvPicPr>
            <a:picLocks xmlns:a="http://schemas.openxmlformats.org/drawingml/2006/main" noChangeAspect="1"/>
          </p:cNvPicPr>
          <p:nvPr/>
        </p:nvPicPr>
        <p:blipFill>
          <a:blip xmlns:r="http://schemas.openxmlformats.org/officeDocument/2006/relationships" xmlns:a="http://schemas.openxmlformats.org/drawingml/2006/main" r:embed="R3425fb79b2f74044"/>
          <a:stretch xmlns:a="http://schemas.openxmlformats.org/drawingml/2006/main">
            <a:fillRect l="0" t="0" r="0" b="0"/>
          </a:stretch>
        </p:blipFill>
        <p:spPr>
          <a:xfrm xmlns:a="http://schemas.openxmlformats.org/drawingml/2006/main">
            <a:off x="10897966" y="362286"/>
            <a:ext cx="833598" cy="416799"/>
          </a:xfrm>
          <a:prstGeom xmlns:a="http://schemas.openxmlformats.org/drawingml/2006/main" prst="rect">
            <a:avLst/>
          </a:prstGeom>
        </p:spPr>
      </p:pic>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fb68fb2658c3492c"/>
    <p:sldLayoutId xmlns:r="http://schemas.openxmlformats.org/officeDocument/2006/relationships" id="2147483650" r:id="R93afee1007634878"/>
    <p:sldLayoutId xmlns:r="http://schemas.openxmlformats.org/officeDocument/2006/relationships" id="2147483651" r:id="R349aa5f1da6d48e1"/>
    <p:sldLayoutId xmlns:r="http://schemas.openxmlformats.org/officeDocument/2006/relationships" id="2147483652" r:id="Rc03f7e523a9645cc"/>
    <p:sldLayoutId xmlns:r="http://schemas.openxmlformats.org/officeDocument/2006/relationships" id="2147483653" r:id="Rdd87637fad70489d"/>
    <p:sldLayoutId xmlns:r="http://schemas.openxmlformats.org/officeDocument/2006/relationships" id="2147483654" r:id="R24163f3b9f6c4fc5"/>
    <p:sldLayoutId xmlns:r="http://schemas.openxmlformats.org/officeDocument/2006/relationships" id="2147483655" r:id="R6ffaa2c7a99b4f04"/>
    <p:sldLayoutId xmlns:r="http://schemas.openxmlformats.org/officeDocument/2006/relationships" id="2147483656" r:id="R4424d8973e4248f4"/>
    <p:sldLayoutId xmlns:r="http://schemas.openxmlformats.org/officeDocument/2006/relationships" id="2147483657" r:id="R906d463f37274373"/>
    <p:sldLayoutId xmlns:r="http://schemas.openxmlformats.org/officeDocument/2006/relationships" id="2147483658" r:id="R76e955ffb6b6464c"/>
    <p:sldLayoutId xmlns:r="http://schemas.openxmlformats.org/officeDocument/2006/relationships" id="2147483659" r:id="R9c44c0502af7462c"/>
    <p:sldLayoutId xmlns:r="http://schemas.openxmlformats.org/officeDocument/2006/relationships" id="2147483660" r:id="R41bf8301d3294d7a"/>
    <p:sldLayoutId xmlns:r="http://schemas.openxmlformats.org/officeDocument/2006/relationships" id="2147483661" r:id="Rdfafa48525974ea0"/>
    <p:sldLayoutId xmlns:r="http://schemas.openxmlformats.org/officeDocument/2006/relationships" id="2147483662" r:id="R0b1c0245da6a4063"/>
    <p:sldLayoutId xmlns:r="http://schemas.openxmlformats.org/officeDocument/2006/relationships" id="2147483663" r:id="R22828296485846a7"/>
    <p:sldLayoutId xmlns:r="http://schemas.openxmlformats.org/officeDocument/2006/relationships" id="2147483664" r:id="R89d2f4cd04c9442f"/>
    <p:sldLayoutId xmlns:r="http://schemas.openxmlformats.org/officeDocument/2006/relationships" id="2147483665" r:id="R117f55bb245d4509"/>
    <p:sldLayoutId xmlns:r="http://schemas.openxmlformats.org/officeDocument/2006/relationships" id="2147483666" r:id="R252fbef03dc14bdf"/>
    <p:sldLayoutId xmlns:r="http://schemas.openxmlformats.org/officeDocument/2006/relationships" id="2147483667" r:id="R57844cd5d65d48f3"/>
    <p:sldLayoutId xmlns:r="http://schemas.openxmlformats.org/officeDocument/2006/relationships" id="2147483668" r:id="R66d624601452465a"/>
    <p:sldLayoutId xmlns:r="http://schemas.openxmlformats.org/officeDocument/2006/relationships" id="2147483669" r:id="R0d453d64e22147d1"/>
    <p:sldLayoutId xmlns:r="http://schemas.openxmlformats.org/officeDocument/2006/relationships" id="2147483670" r:id="R1ff675d58a4a4151"/>
  </p:sldLayoutIdLst>
  <p:hf hdr="0" ftr="0" dt="0"/>
  <p:txStyles>
    <p:titleStyle>
      <a:lvl1pPr xmlns:a="http://schemas.openxmlformats.org/drawingml/2006/main" marL="0" indent="0" algn="l">
        <a:lnSpc>
          <a:spcPts val="3000"/>
        </a:lnSpc>
        <a:spcBef>
          <a:spcPts val="0"/>
        </a:spcBef>
        <a:spcAft>
          <a:spcPts val="0"/>
        </a:spcAft>
        <a:buNone/>
        <a:defRPr sz="3000" b="1" i="0" u="none" cap="none" spc="-150">
          <a:solidFill>
            <a:schemeClr val="bg1"/>
          </a:solidFill>
          <a:latin typeface="Arial"/>
          <a:ea typeface="Arial"/>
          <a:cs typeface="Arial"/>
        </a:defRPr>
      </a:lvl1pPr>
      <a:lvl2pPr xmlns:a="http://schemas.openxmlformats.org/drawingml/2006/main" marL="0" indent="0" algn="l">
        <a:lnSpc>
          <a:spcPts val="2200"/>
        </a:lnSpc>
        <a:spcBef>
          <a:spcPts val="2200"/>
        </a:spcBef>
        <a:spcAft>
          <a:spcPts val="0"/>
        </a:spcAft>
        <a:buNone/>
        <a:defRPr sz="1900" b="1" i="0" u="none" cap="none" spc="-33">
          <a:solidFill>
            <a:srgbClr val="000000"/>
          </a:solidFill>
          <a:latin typeface="Arial"/>
          <a:ea typeface="Arial"/>
          <a:cs typeface="Arial"/>
        </a:defRPr>
      </a:lvl2pPr>
      <a:lvl3pPr xmlns:a="http://schemas.openxmlformats.org/drawingml/2006/main" marL="0" indent="0" algn="l">
        <a:lnSpc>
          <a:spcPts val="2200"/>
        </a:lnSpc>
        <a:spcBef>
          <a:spcPts val="2200"/>
        </a:spcBef>
        <a:spcAft>
          <a:spcPts val="0"/>
        </a:spcAft>
        <a:buNone/>
        <a:defRPr sz="1900" b="1" i="0" u="none" cap="none" spc="-33">
          <a:solidFill>
            <a:srgbClr val="000000"/>
          </a:solidFill>
          <a:latin typeface="Arial"/>
          <a:ea typeface="Arial"/>
          <a:cs typeface="Arial"/>
        </a:defRPr>
      </a:lvl3pPr>
      <a:lvl4pPr xmlns:a="http://schemas.openxmlformats.org/drawingml/2006/main" marL="0" indent="0" algn="l">
        <a:lnSpc>
          <a:spcPts val="2200"/>
        </a:lnSpc>
        <a:spcBef>
          <a:spcPts val="2200"/>
        </a:spcBef>
        <a:spcAft>
          <a:spcPts val="0"/>
        </a:spcAft>
        <a:buNone/>
        <a:defRPr sz="1900" b="1" i="0" u="none" cap="none" spc="-33">
          <a:solidFill>
            <a:srgbClr val="000000"/>
          </a:solidFill>
          <a:latin typeface="Arial"/>
          <a:ea typeface="Arial"/>
          <a:cs typeface="Arial"/>
        </a:defRPr>
      </a:lvl4pPr>
      <a:lvl5pPr xmlns:a="http://schemas.openxmlformats.org/drawingml/2006/main" marL="0" indent="0" algn="l">
        <a:lnSpc>
          <a:spcPts val="2200"/>
        </a:lnSpc>
        <a:spcBef>
          <a:spcPts val="2200"/>
        </a:spcBef>
        <a:spcAft>
          <a:spcPts val="0"/>
        </a:spcAft>
        <a:buNone/>
        <a:defRPr sz="1900" b="1" i="0" u="none" cap="none" spc="-33">
          <a:solidFill>
            <a:srgbClr val="000000"/>
          </a:solidFill>
          <a:latin typeface="Arial"/>
          <a:ea typeface="Arial"/>
          <a:cs typeface="Arial"/>
        </a:defRPr>
      </a:lvl5pPr>
      <a:lvl6pPr xmlns:a="http://schemas.openxmlformats.org/drawingml/2006/main" marL="0" indent="0" algn="l">
        <a:lnSpc>
          <a:spcPts val="2200"/>
        </a:lnSpc>
        <a:spcBef>
          <a:spcPts val="2200"/>
        </a:spcBef>
        <a:spcAft>
          <a:spcPts val="0"/>
        </a:spcAft>
        <a:buNone/>
        <a:defRPr sz="1900" b="1" i="0" u="none" cap="none" spc="-33">
          <a:solidFill>
            <a:srgbClr val="000000"/>
          </a:solidFill>
          <a:latin typeface="Arial"/>
          <a:ea typeface="Arial"/>
          <a:cs typeface="Arial"/>
        </a:defRPr>
      </a:lvl6pPr>
      <a:lvl7pPr xmlns:a="http://schemas.openxmlformats.org/drawingml/2006/main" marL="0" indent="0" algn="l">
        <a:lnSpc>
          <a:spcPts val="2200"/>
        </a:lnSpc>
        <a:spcBef>
          <a:spcPts val="2200"/>
        </a:spcBef>
        <a:spcAft>
          <a:spcPts val="0"/>
        </a:spcAft>
        <a:buNone/>
        <a:defRPr sz="1900" b="1" i="0" u="none" cap="none" spc="-33">
          <a:solidFill>
            <a:srgbClr val="000000"/>
          </a:solidFill>
          <a:latin typeface="Arial"/>
          <a:ea typeface="Arial"/>
          <a:cs typeface="Arial"/>
        </a:defRPr>
      </a:lvl7pPr>
      <a:lvl8pPr xmlns:a="http://schemas.openxmlformats.org/drawingml/2006/main" marL="0" indent="0" algn="l">
        <a:lnSpc>
          <a:spcPts val="2200"/>
        </a:lnSpc>
        <a:spcBef>
          <a:spcPts val="2200"/>
        </a:spcBef>
        <a:spcAft>
          <a:spcPts val="0"/>
        </a:spcAft>
        <a:buNone/>
        <a:defRPr sz="1900" b="1" i="0" u="none" cap="none" spc="-33">
          <a:solidFill>
            <a:srgbClr val="000000"/>
          </a:solidFill>
          <a:latin typeface="Arial"/>
          <a:ea typeface="Arial"/>
          <a:cs typeface="Arial"/>
        </a:defRPr>
      </a:lvl8pPr>
      <a:lvl9pPr xmlns:a="http://schemas.openxmlformats.org/drawingml/2006/main" marL="0" indent="0" algn="l">
        <a:lnSpc>
          <a:spcPts val="2200"/>
        </a:lnSpc>
        <a:spcBef>
          <a:spcPts val="2200"/>
        </a:spcBef>
        <a:spcAft>
          <a:spcPts val="0"/>
        </a:spcAft>
        <a:buNone/>
        <a:defRPr sz="1900" b="1" i="0" u="none" cap="none" spc="-33">
          <a:solidFill>
            <a:srgbClr val="000000"/>
          </a:solidFill>
          <a:latin typeface="Arial"/>
          <a:ea typeface="Arial"/>
          <a:cs typeface="Arial"/>
        </a:defRPr>
      </a:lvl9pPr>
    </p:titleStyle>
    <p:bodyStyle>
      <a:lvl1pPr xmlns:a="http://schemas.openxmlformats.org/drawingml/2006/main" marL="0" indent="0" algn="l">
        <a:lnSpc>
          <a:spcPct val="100000"/>
        </a:lnSpc>
        <a:spcBef>
          <a:spcPts val="500"/>
        </a:spcBef>
        <a:spcAft>
          <a:spcPts val="0"/>
        </a:spcAft>
        <a:buNone/>
        <a:defRPr sz="1800" b="0" i="0" u="none" cap="none" spc="0">
          <a:solidFill>
            <a:schemeClr val="accent4">
              <a:lumOff val="-15534"/>
            </a:schemeClr>
          </a:solidFill>
          <a:latin typeface="Arial"/>
          <a:ea typeface="Arial"/>
          <a:cs typeface="Arial"/>
        </a:defRPr>
      </a:lvl1pPr>
      <a:lvl2pPr xmlns:a="http://schemas.openxmlformats.org/drawingml/2006/main" marL="104775" indent="-104775" algn="l">
        <a:lnSpc>
          <a:spcPct val="100000"/>
        </a:lnSpc>
        <a:spcBef>
          <a:spcPts val="500"/>
        </a:spcBef>
        <a:spcAft>
          <a:spcPts val="0"/>
        </a:spcAft>
        <a:buChar char="•"/>
        <a:defRPr sz="1400" b="0" i="0" u="none" cap="none" spc="0">
          <a:solidFill>
            <a:schemeClr val="accent4">
              <a:lumOff val="-15534"/>
            </a:schemeClr>
          </a:solidFill>
          <a:latin typeface="Arial"/>
          <a:ea typeface="Arial"/>
          <a:cs typeface="Arial"/>
        </a:defRPr>
      </a:lvl2pPr>
      <a:lvl3pPr xmlns:a="http://schemas.openxmlformats.org/drawingml/2006/main" marL="273684" indent="-99059" algn="l">
        <a:lnSpc>
          <a:spcPct val="100000"/>
        </a:lnSpc>
        <a:spcBef>
          <a:spcPts val="500"/>
        </a:spcBef>
        <a:spcAft>
          <a:spcPts val="0"/>
        </a:spcAft>
        <a:buChar char="-"/>
        <a:defRPr sz="1400" b="0" i="0" u="none" cap="none" spc="0">
          <a:solidFill>
            <a:schemeClr val="accent4">
              <a:lumOff val="-15534"/>
            </a:schemeClr>
          </a:solidFill>
          <a:latin typeface="Arial"/>
          <a:ea typeface="Arial"/>
          <a:cs typeface="Arial"/>
        </a:defRPr>
      </a:lvl3pPr>
      <a:lvl4pPr xmlns:a="http://schemas.openxmlformats.org/drawingml/2006/main" marL="443547" indent="-103822" algn="l">
        <a:lnSpc>
          <a:spcPct val="100000"/>
        </a:lnSpc>
        <a:spcBef>
          <a:spcPts val="500"/>
        </a:spcBef>
        <a:spcAft>
          <a:spcPts val="0"/>
        </a:spcAft>
        <a:buChar char="•"/>
        <a:defRPr sz="1400" b="0" i="0" u="none" cap="none" spc="0">
          <a:solidFill>
            <a:schemeClr val="accent4">
              <a:lumOff val="-15534"/>
            </a:schemeClr>
          </a:solidFill>
          <a:latin typeface="Arial"/>
          <a:ea typeface="Arial"/>
          <a:cs typeface="Arial"/>
        </a:defRPr>
      </a:lvl4pPr>
      <a:lvl5pPr xmlns:a="http://schemas.openxmlformats.org/drawingml/2006/main" marL="617537" indent="-104775" algn="l">
        <a:lnSpc>
          <a:spcPct val="100000"/>
        </a:lnSpc>
        <a:spcBef>
          <a:spcPts val="500"/>
        </a:spcBef>
        <a:spcAft>
          <a:spcPts val="0"/>
        </a:spcAft>
        <a:buChar char="-"/>
        <a:defRPr sz="1400" b="0" i="0" u="none" cap="none" spc="0">
          <a:solidFill>
            <a:schemeClr val="accent4">
              <a:lumOff val="-15534"/>
            </a:schemeClr>
          </a:solidFill>
          <a:latin typeface="Arial"/>
          <a:ea typeface="Arial"/>
          <a:cs typeface="Arial"/>
        </a:defRPr>
      </a:lvl5pPr>
      <a:lvl6pPr xmlns:a="http://schemas.openxmlformats.org/drawingml/2006/main" marL="2423160" indent="-137160" algn="l">
        <a:lnSpc>
          <a:spcPts val="1600"/>
        </a:lnSpc>
        <a:spcBef>
          <a:spcPts val="1000"/>
        </a:spcBef>
        <a:spcAft>
          <a:spcPts val="0"/>
        </a:spcAft>
        <a:buChar char="•"/>
        <a:defRPr sz="1200" b="0" i="0" u="none" cap="none" spc="0">
          <a:solidFill>
            <a:schemeClr val="accent4">
              <a:lumOff val="-15534"/>
            </a:schemeClr>
          </a:solidFill>
          <a:latin typeface="Arial"/>
          <a:ea typeface="Arial"/>
          <a:cs typeface="Arial"/>
        </a:defRPr>
      </a:lvl6pPr>
      <a:lvl7pPr xmlns:a="http://schemas.openxmlformats.org/drawingml/2006/main" marL="2880360" indent="-137160" algn="l">
        <a:lnSpc>
          <a:spcPts val="1600"/>
        </a:lnSpc>
        <a:spcBef>
          <a:spcPts val="1000"/>
        </a:spcBef>
        <a:spcAft>
          <a:spcPts val="0"/>
        </a:spcAft>
        <a:buChar char="•"/>
        <a:defRPr sz="1200" b="0" i="0" u="none" cap="none" spc="0">
          <a:solidFill>
            <a:schemeClr val="accent4">
              <a:lumOff val="-15534"/>
            </a:schemeClr>
          </a:solidFill>
          <a:latin typeface="Arial"/>
          <a:ea typeface="Arial"/>
          <a:cs typeface="Arial"/>
        </a:defRPr>
      </a:lvl7pPr>
      <a:lvl8pPr xmlns:a="http://schemas.openxmlformats.org/drawingml/2006/main" marL="3337559" indent="-137159" algn="l">
        <a:lnSpc>
          <a:spcPts val="1600"/>
        </a:lnSpc>
        <a:spcBef>
          <a:spcPts val="1000"/>
        </a:spcBef>
        <a:spcAft>
          <a:spcPts val="0"/>
        </a:spcAft>
        <a:buChar char="•"/>
        <a:defRPr sz="1200" b="0" i="0" u="none" cap="none" spc="0">
          <a:solidFill>
            <a:schemeClr val="accent4">
              <a:lumOff val="-15534"/>
            </a:schemeClr>
          </a:solidFill>
          <a:latin typeface="Arial"/>
          <a:ea typeface="Arial"/>
          <a:cs typeface="Arial"/>
        </a:defRPr>
      </a:lvl8pPr>
      <a:lvl9pPr xmlns:a="http://schemas.openxmlformats.org/drawingml/2006/main" marL="3794759" indent="-137159" algn="l">
        <a:lnSpc>
          <a:spcPts val="1600"/>
        </a:lnSpc>
        <a:spcBef>
          <a:spcPts val="1000"/>
        </a:spcBef>
        <a:spcAft>
          <a:spcPts val="0"/>
        </a:spcAft>
        <a:buChar char="•"/>
        <a:defRPr sz="1200" b="0" i="0" u="none" cap="none" spc="0">
          <a:solidFill>
            <a:schemeClr val="accent4">
              <a:lumOff val="-15534"/>
            </a:schemeClr>
          </a:solidFill>
          <a:latin typeface="Arial"/>
          <a:ea typeface="Arial"/>
          <a:cs typeface="Arial"/>
        </a:defRPr>
      </a:lvl9pPr>
    </p:bodyStyle>
    <p:otherStyle>
      <a:lvl1pPr xmlns:a="http://schemas.openxmlformats.org/drawingml/2006/main" marL="0" indent="0" algn="r">
        <a:lnSpc>
          <a:spcPct val="100000"/>
        </a:lnSpc>
        <a:spcBef>
          <a:spcPts val="0"/>
        </a:spcBef>
        <a:spcAft>
          <a:spcPts val="0"/>
        </a:spcAft>
        <a:buNone/>
        <a:defRPr sz="1000" b="0" i="0" u="none" cap="none" spc="0">
          <a:solidFill>
            <a:schemeClr val="tx1"/>
          </a:solidFill>
          <a:latin typeface="+mn-lt"/>
          <a:ea typeface="+mn-lt"/>
          <a:cs typeface="+mn-lt"/>
        </a:defRPr>
      </a:lvl1pPr>
      <a:lvl2pPr xmlns:a="http://schemas.openxmlformats.org/drawingml/2006/main" marL="0" indent="457200" algn="r">
        <a:lnSpc>
          <a:spcPct val="100000"/>
        </a:lnSpc>
        <a:spcBef>
          <a:spcPts val="0"/>
        </a:spcBef>
        <a:spcAft>
          <a:spcPts val="0"/>
        </a:spcAft>
        <a:buNone/>
        <a:defRPr sz="1000" b="0" i="0" u="none" cap="none" spc="0">
          <a:solidFill>
            <a:schemeClr val="tx1"/>
          </a:solidFill>
          <a:latin typeface="+mn-lt"/>
          <a:ea typeface="+mn-lt"/>
          <a:cs typeface="+mn-lt"/>
        </a:defRPr>
      </a:lvl2pPr>
      <a:lvl3pPr xmlns:a="http://schemas.openxmlformats.org/drawingml/2006/main" marL="0" indent="914400" algn="r">
        <a:lnSpc>
          <a:spcPct val="100000"/>
        </a:lnSpc>
        <a:spcBef>
          <a:spcPts val="0"/>
        </a:spcBef>
        <a:spcAft>
          <a:spcPts val="0"/>
        </a:spcAft>
        <a:buNone/>
        <a:defRPr sz="1000" b="0" i="0" u="none" cap="none" spc="0">
          <a:solidFill>
            <a:schemeClr val="tx1"/>
          </a:solidFill>
          <a:latin typeface="+mn-lt"/>
          <a:ea typeface="+mn-lt"/>
          <a:cs typeface="+mn-lt"/>
        </a:defRPr>
      </a:lvl3pPr>
      <a:lvl4pPr xmlns:a="http://schemas.openxmlformats.org/drawingml/2006/main" marL="0" indent="1371600" algn="r">
        <a:lnSpc>
          <a:spcPct val="100000"/>
        </a:lnSpc>
        <a:spcBef>
          <a:spcPts val="0"/>
        </a:spcBef>
        <a:spcAft>
          <a:spcPts val="0"/>
        </a:spcAft>
        <a:buNone/>
        <a:defRPr sz="1000" b="0" i="0" u="none" cap="none" spc="0">
          <a:solidFill>
            <a:schemeClr val="tx1"/>
          </a:solidFill>
          <a:latin typeface="+mn-lt"/>
          <a:ea typeface="+mn-lt"/>
          <a:cs typeface="+mn-lt"/>
        </a:defRPr>
      </a:lvl4pPr>
      <a:lvl5pPr xmlns:a="http://schemas.openxmlformats.org/drawingml/2006/main" marL="0" indent="1828800" algn="r">
        <a:lnSpc>
          <a:spcPct val="100000"/>
        </a:lnSpc>
        <a:spcBef>
          <a:spcPts val="0"/>
        </a:spcBef>
        <a:spcAft>
          <a:spcPts val="0"/>
        </a:spcAft>
        <a:buNone/>
        <a:defRPr sz="1000" b="0" i="0" u="none" cap="none" spc="0">
          <a:solidFill>
            <a:schemeClr val="tx1"/>
          </a:solidFill>
          <a:latin typeface="+mn-lt"/>
          <a:ea typeface="+mn-lt"/>
          <a:cs typeface="+mn-lt"/>
        </a:defRPr>
      </a:lvl5pPr>
      <a:lvl6pPr xmlns:a="http://schemas.openxmlformats.org/drawingml/2006/main" marL="0" indent="2286000" algn="r">
        <a:lnSpc>
          <a:spcPct val="100000"/>
        </a:lnSpc>
        <a:spcBef>
          <a:spcPts val="0"/>
        </a:spcBef>
        <a:spcAft>
          <a:spcPts val="0"/>
        </a:spcAft>
        <a:buNone/>
        <a:defRPr sz="1000" b="0" i="0" u="none" cap="none" spc="0">
          <a:solidFill>
            <a:schemeClr val="tx1"/>
          </a:solidFill>
          <a:latin typeface="+mn-lt"/>
          <a:ea typeface="+mn-lt"/>
          <a:cs typeface="+mn-lt"/>
        </a:defRPr>
      </a:lvl6pPr>
      <a:lvl7pPr xmlns:a="http://schemas.openxmlformats.org/drawingml/2006/main" marL="0" indent="2743200" algn="r">
        <a:lnSpc>
          <a:spcPct val="100000"/>
        </a:lnSpc>
        <a:spcBef>
          <a:spcPts val="0"/>
        </a:spcBef>
        <a:spcAft>
          <a:spcPts val="0"/>
        </a:spcAft>
        <a:buNone/>
        <a:defRPr sz="1000" b="0" i="0" u="none" cap="none" spc="0">
          <a:solidFill>
            <a:schemeClr val="tx1"/>
          </a:solidFill>
          <a:latin typeface="+mn-lt"/>
          <a:ea typeface="+mn-lt"/>
          <a:cs typeface="+mn-lt"/>
        </a:defRPr>
      </a:lvl7pPr>
      <a:lvl8pPr xmlns:a="http://schemas.openxmlformats.org/drawingml/2006/main" marL="0" indent="3200400" algn="r">
        <a:lnSpc>
          <a:spcPct val="100000"/>
        </a:lnSpc>
        <a:spcBef>
          <a:spcPts val="0"/>
        </a:spcBef>
        <a:spcAft>
          <a:spcPts val="0"/>
        </a:spcAft>
        <a:buNone/>
        <a:defRPr sz="1000" b="0" i="0" u="none" cap="none" spc="0">
          <a:solidFill>
            <a:schemeClr val="tx1"/>
          </a:solidFill>
          <a:latin typeface="+mn-lt"/>
          <a:ea typeface="+mn-lt"/>
          <a:cs typeface="+mn-lt"/>
        </a:defRPr>
      </a:lvl8pPr>
      <a:lvl9pPr xmlns:a="http://schemas.openxmlformats.org/drawingml/2006/main" marL="0" indent="3657600" algn="r">
        <a:lnSpc>
          <a:spcPct val="100000"/>
        </a:lnSpc>
        <a:spcBef>
          <a:spcPts val="0"/>
        </a:spcBef>
        <a:spcAft>
          <a:spcPts val="0"/>
        </a:spcAft>
        <a:buNone/>
        <a:defRPr sz="1000" b="0" i="0" u="none" cap="none" spc="0">
          <a:solidFill>
            <a:schemeClr val="tx1"/>
          </a:solidFill>
          <a:latin typeface="+mn-lt"/>
          <a:ea typeface="+mn-lt"/>
          <a:cs typeface="+mn-lt"/>
        </a:defRPr>
      </a:lvl9pPr>
    </p:otherStyle>
  </p:txStyles>
</p:sldMaster>
</file>

<file path=ppt/slideMasters/theme/theme2.xml><?xml version="1.0" encoding="utf-8"?>
<a:theme xmlns:a="http://schemas.openxmlformats.org/drawingml/2006/main" name="Primary Presentation Layouts">
  <a:themeElements>
    <a:clrScheme name="UiPath colors">
      <a:dk1>
        <a:srgbClr val="172024"/>
      </a:dk1>
      <a:lt1>
        <a:srgbClr val="FFFFFF"/>
      </a:lt1>
      <a:dk2>
        <a:srgbClr val="9D9D9D"/>
      </a:dk2>
      <a:lt2>
        <a:srgbClr val="F6F6F6"/>
      </a:lt2>
      <a:accent1>
        <a:srgbClr val="FA4616"/>
      </a:accent1>
      <a:accent2>
        <a:srgbClr val="1E6482"/>
      </a:accent2>
      <a:accent3>
        <a:srgbClr val="A32200"/>
      </a:accent3>
      <a:accent4>
        <a:srgbClr val="0BA2B3"/>
      </a:accent4>
      <a:accent5>
        <a:srgbClr val="8B288A"/>
      </a:accent5>
      <a:accent6>
        <a:srgbClr val="FA7678"/>
      </a:accent6>
      <a:hlink>
        <a:srgbClr val="5BCBDE"/>
      </a:hlink>
      <a:folHlink>
        <a:srgbClr val="5BCBDE"/>
      </a:folHlink>
    </a:clrScheme>
    <a:fontScheme name="Primary Presentation Layouts">
      <a:majorFont>
        <a:latin typeface="Calibri"/>
        <a:ea typeface="Calibri"/>
        <a:cs typeface="Calibri"/>
      </a:majorFont>
      <a:minorFont>
        <a:latin typeface="Calibri"/>
        <a:ea typeface="Calibri"/>
        <a:cs typeface="Calibri"/>
      </a:minorFont>
    </a:fontScheme>
    <a:fmtScheme name="UiPath colors">
      <a:fillStyleLst>
        <a:solidFill>
          <a:schemeClr val="phClr"/>
        </a:solidFill>
        <a:solidFill>
          <a:schemeClr val="dk1"/>
        </a:solidFill>
        <a:solidFill>
          <a:schemeClr val="accent1"/>
        </a:soli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29c8d1883e7047ba" /><Relationship Type="http://schemas.openxmlformats.org/officeDocument/2006/relationships/notesSlide" Target="/ppt/notesSlides/notesSlide1.xml" Id="R7223f7dae7fc4a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8.xml" Id="Ra247081ccb974d10" /><Relationship Type="http://schemas.openxmlformats.org/officeDocument/2006/relationships/image" Target="/ppt/media/image6.png" Id="Rbf2ad4296ae14635" /><Relationship Type="http://schemas.openxmlformats.org/officeDocument/2006/relationships/notesSlide" Target="/ppt/notesSlides/notesSlide2.xml" Id="R6d8549e983d44f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9.xml" Id="Ra6e4ad71bd5149df" /><Relationship Type="http://schemas.openxmlformats.org/officeDocument/2006/relationships/notesSlide" Target="/ppt/notesSlides/notesSlide3.xml" Id="Rad8bad27903e4a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8.xml" Id="R99ee221ea3044777" /><Relationship Type="http://schemas.openxmlformats.org/officeDocument/2006/relationships/notesSlide" Target="/ppt/notesSlides/notesSlide4.xml" Id="R189ddda54a124f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8.xml" Id="R616cb2c18de64253" /><Relationship Type="http://schemas.openxmlformats.org/officeDocument/2006/relationships/notesSlide" Target="/ppt/notesSlides/notesSlide5.xml" Id="R2c7d3adedba044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8.xml" Id="R19c0ad10352845eb" /><Relationship Type="http://schemas.openxmlformats.org/officeDocument/2006/relationships/notesSlide" Target="/ppt/notesSlides/notesSlide6.xml" Id="Rc6b911ea66474f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9.xml" Id="R462e7ea74b0146cd" /><Relationship Type="http://schemas.openxmlformats.org/officeDocument/2006/relationships/notesSlide" Target="/ppt/notesSlides/notesSlide7.xml" Id="Rb178745141c341b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Placeholder 1">
            <a:extLst xmlns:a="http://schemas.openxmlformats.org/drawingml/2006/main">
              <a:ext uri="{FF2B5EF4-FFF2-40B4-BE49-F238E27FC236}">
                <a16:creationId xmlns:a16="http://schemas.microsoft.com/office/drawing/2014/main" id="{859B082B-315C-DD8D-A168-52A194A97853}"/>
              </a:ext>
            </a:extLst>
          </p:cNvPr>
          <p:cNvSpPr>
            <a:spLocks xmlns:a="http://schemas.openxmlformats.org/drawingml/2006/main" noGrp="1"/>
          </p:cNvSpPr>
          <p:nvPr>
            <p:ph type="body" idx="22"/>
          </p:nvPr>
        </p:nvSpPr>
        <p:spPr>
          <a:xfrm xmlns:a="http://schemas.openxmlformats.org/drawingml/2006/main">
            <a:off x="640800" y="4118205"/>
            <a:ext cx="8280000" cy="451754"/>
          </a:xfrm>
        </p:spPr>
        <p:txBody>
          <a:bodyPr xmlns:a="http://schemas.openxmlformats.org/drawingml/2006/main"/>
          <a:lstStyle xmlns:a="http://schemas.openxmlformats.org/drawingml/2006/main"/>
          <a:p xmlns:a="http://schemas.openxmlformats.org/drawingml/2006/main">
            <a:r>
              <a:t>UiPath AgentHack 2026 submission</a:t>
            </a:r>
          </a:p>
        </p:txBody>
      </p:sp>
      <p:sp>
        <p:nvSpPr>
          <p:cNvPr id="3" name="Title 2">
            <a:extLst xmlns:a="http://schemas.openxmlformats.org/drawingml/2006/main">
              <a:ext uri="{FF2B5EF4-FFF2-40B4-BE49-F238E27FC236}">
                <a16:creationId xmlns:a16="http://schemas.microsoft.com/office/drawing/2014/main" id="{FBDEDE4E-6ACF-3A2E-D9B3-191EFDDD253B}"/>
              </a:ext>
            </a:extLst>
          </p:cNvPr>
          <p:cNvSpPr>
            <a:spLocks xmlns:a="http://schemas.openxmlformats.org/drawingml/2006/main" noGrp="1"/>
          </p:cNvSpPr>
          <p:nvPr>
            <p:ph type="title" idx="0"/>
          </p:nvPr>
        </p:nvSpPr>
        <p:spPr>
          <a:xfrm xmlns:a="http://schemas.openxmlformats.org/drawingml/2006/main">
            <a:off x="640800" y="3080317"/>
            <a:ext cx="8280000" cy="1037888"/>
          </a:xfrm>
        </p:spPr>
        <p:txBody>
          <a:bodyPr xmlns:a="http://schemas.openxmlformats.org/drawingml/2006/main"/>
          <a:lstStyle xmlns:a="http://schemas.openxmlformats.org/drawingml/2006/main"/>
          <a:p xmlns:a="http://schemas.openxmlformats.org/drawingml/2006/main">
            <a:r>
              <a:t>Invoice Exception</a:t>
            </a:r>
          </a:p>
          <a:p xmlns:a="http://schemas.openxmlformats.org/drawingml/2006/main">
            <a:r>
              <a:t>Triage Agent</a:t>
            </a:r>
          </a:p>
        </p:txBody>
      </p:sp>
    </p:spTree>
    <p:extLst>
      <p:ext uri="{BB962C8B-B14F-4D97-AF65-F5344CB8AC3E}">
        <p14:creationId xmlns:p14="http://schemas.microsoft.com/office/powerpoint/2010/main" val="74999113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bf2ad4296ae14635"/>
          <a:srcRect xmlns:a="http://schemas.openxmlformats.org/drawingml/2006/main" l="0" t="0" r="0" b="0"/>
          <a:stretch xmlns:a="http://schemas.openxmlformats.org/drawingml/2006/main">
            <a:fillRect l="0" t="0" r="0" b="0"/>
          </a:stretch>
        </p:blipFill>
        <p:spPr>
          <a:xfrm xmlns:a="http://schemas.openxmlformats.org/drawingml/2006/main">
            <a:off x="586255" y="1925979"/>
            <a:ext cx="2223500" cy="2228624"/>
          </a:xfrm>
          <a:prstGeom xmlns:a="http://schemas.openxmlformats.org/drawingml/2006/main" prst="rect">
            <a:avLst/>
          </a:prstGeom>
        </p:spPr>
      </p:pic>
      <p:sp>
        <p:nvSpPr>
          <p:cNvPr id="3" name="Text Placeholder 6">
            <a:extLst xmlns:a="http://schemas.openxmlformats.org/drawingml/2006/main">
              <a:ext uri="{FF2B5EF4-FFF2-40B4-BE49-F238E27FC236}">
                <a16:creationId xmlns:a16="http://schemas.microsoft.com/office/drawing/2014/main" id="{023A3B3B-70DA-4806-B848-C55E152C6CBF}"/>
              </a:ext>
            </a:extLst>
          </p:cNvPr>
          <p:cNvSpPr>
            <a:spLocks xmlns:a="http://schemas.openxmlformats.org/drawingml/2006/main" noGrp="1"/>
          </p:cNvSpPr>
          <p:nvPr/>
        </p:nvSpPr>
        <p:spPr>
          <a:xfrm xmlns:a="http://schemas.openxmlformats.org/drawingml/2006/main">
            <a:off x="308294" y="4436925"/>
            <a:ext cx="2710314" cy="489737"/>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marL="0" indent="0" algn="l">
              <a:lnSpc>
                <a:spcPct val="90000"/>
              </a:lnSpc>
              <a:spcBef>
                <a:spcPts val="500"/>
              </a:spcBef>
              <a:buNone/>
              <a:defRPr sz="2000" b="1" spc="-30">
                <a:solidFill>
                  <a:schemeClr val="tx1"/>
                </a:solidFill>
                <a:latin typeface="Arial"/>
                <a:ea typeface="Arial"/>
                <a:cs typeface="Arial"/>
              </a:defRPr>
            </a:lvl1pPr>
            <a:lvl2pPr marL="174625" indent="-174625" algn="l">
              <a:spcBef>
                <a:spcPts val="0"/>
              </a:spcBef>
              <a:buChar char="•"/>
              <a:defRPr sz="1500" b="0" spc="-30">
                <a:solidFill>
                  <a:schemeClr val="tx1"/>
                </a:solidFill>
                <a:latin typeface="Arial"/>
                <a:ea typeface="Arial"/>
                <a:cs typeface="Arial"/>
              </a:defRPr>
            </a:lvl2pPr>
            <a:lvl3pPr marL="339725" indent="-165100" algn="l">
              <a:spcBef>
                <a:spcPts val="0"/>
              </a:spcBef>
              <a:buChar char="-"/>
              <a:defRPr sz="1500" b="0" spc="-30">
                <a:solidFill>
                  <a:schemeClr val="tx1"/>
                </a:solidFill>
                <a:latin typeface="Arial"/>
                <a:ea typeface="Arial"/>
                <a:cs typeface="Arial"/>
              </a:defRPr>
            </a:lvl3pPr>
            <a:lvl4pPr marL="512763" indent="-173038" algn="l">
              <a:spcBef>
                <a:spcPts val="0"/>
              </a:spcBef>
              <a:buChar char="•"/>
              <a:defRPr sz="1500" b="0" spc="-30">
                <a:solidFill>
                  <a:schemeClr val="tx1"/>
                </a:solidFill>
                <a:latin typeface="Arial"/>
                <a:ea typeface="Arial"/>
                <a:cs typeface="Arial"/>
              </a:defRPr>
            </a:lvl4pPr>
            <a:lvl5pPr marL="687388" indent="-174625" algn="l">
              <a:spcBef>
                <a:spcPts val="0"/>
              </a:spcBef>
              <a:buChar char="-"/>
              <a:defRPr sz="1500" b="0" spc="-30">
                <a:solidFill>
                  <a:schemeClr val="tx1"/>
                </a:solidFill>
                <a:latin typeface="Arial"/>
                <a:ea typeface="Arial"/>
                <a:cs typeface="Arial"/>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a:lstStyle>
          <a:p xmlns:a="http://schemas.openxmlformats.org/drawingml/2006/main">
            <a:r>
              <a:rPr>
                <a:solidFill>
                  <a:schemeClr val="bg1"/>
                </a:solidFill>
              </a:rPr>
              <a:t>Submitter</a:t>
            </a:r>
          </a:p>
        </p:txBody>
      </p:sp>
      <p:sp>
        <p:nvSpPr>
          <p:cNvPr id="4" name="Text Placeholder 11">
            <a:extLst xmlns:a="http://schemas.openxmlformats.org/drawingml/2006/main">
              <a:ext uri="{FF2B5EF4-FFF2-40B4-BE49-F238E27FC236}">
                <a16:creationId xmlns:a16="http://schemas.microsoft.com/office/drawing/2014/main" id="{C50F4400-3C94-4D3A-92CC-2C64D553524A}"/>
              </a:ext>
            </a:extLst>
          </p:cNvPr>
          <p:cNvSpPr>
            <a:spLocks xmlns:a="http://schemas.openxmlformats.org/drawingml/2006/main" noGrp="1"/>
          </p:cNvSpPr>
          <p:nvPr/>
        </p:nvSpPr>
        <p:spPr>
          <a:xfrm xmlns:a="http://schemas.openxmlformats.org/drawingml/2006/main">
            <a:off x="342659" y="5063729"/>
            <a:ext cx="2710691" cy="1141008"/>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a:spcBef>
                <a:spcPts val="1000"/>
              </a:spcBef>
              <a:buNone/>
              <a:defRPr sz="1600">
                <a:solidFill>
                  <a:schemeClr val="tx1"/>
                </a:solidFill>
                <a:latin typeface="Arial"/>
                <a:ea typeface="Arial"/>
                <a:cs typeface="Arial"/>
              </a:defRPr>
            </a:lvl1pPr>
            <a:lvl2pPr marL="174625" indent="-174625" algn="l">
              <a:spcBef>
                <a:spcPts val="500"/>
              </a:spcBef>
              <a:buChar char="•"/>
              <a:defRPr sz="1600">
                <a:solidFill>
                  <a:schemeClr val="tx1"/>
                </a:solidFill>
                <a:latin typeface="Arial"/>
                <a:ea typeface="Arial"/>
                <a:cs typeface="Arial"/>
              </a:defRPr>
            </a:lvl2pPr>
            <a:lvl3pPr marL="339725" indent="-165100" algn="l">
              <a:spcBef>
                <a:spcPts val="300"/>
              </a:spcBef>
              <a:buChar char="-"/>
              <a:defRPr sz="2000">
                <a:solidFill>
                  <a:schemeClr val="tx1"/>
                </a:solidFill>
                <a:latin typeface="Arial"/>
                <a:ea typeface="Arial"/>
                <a:cs typeface="Arial"/>
              </a:defRPr>
            </a:lvl3pPr>
            <a:lvl4pPr marL="512763" indent="-173038" algn="l">
              <a:spcBef>
                <a:spcPts val="200"/>
              </a:spcBef>
              <a:buChar char="•"/>
              <a:defRPr sz="2000">
                <a:solidFill>
                  <a:schemeClr val="tx1"/>
                </a:solidFill>
                <a:latin typeface="Arial"/>
                <a:ea typeface="Arial"/>
                <a:cs typeface="Arial"/>
              </a:defRPr>
            </a:lvl4pPr>
            <a:lvl5pPr marL="687388" indent="-174625" algn="l">
              <a:spcBef>
                <a:spcPts val="100"/>
              </a:spcBef>
              <a:buChar char="-"/>
              <a:defRPr sz="2000">
                <a:solidFill>
                  <a:schemeClr val="tx1"/>
                </a:solidFill>
                <a:latin typeface="Arial"/>
                <a:ea typeface="Arial"/>
                <a:cs typeface="Arial"/>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a:lstStyle>
          <a:p xmlns:a="http://schemas.openxmlformats.org/drawingml/2006/main">
            <a:r>
              <a:rPr>
                <a:solidFill>
                  <a:schemeClr val="bg1"/>
                </a:solidFill>
              </a:rPr>
              <a:t>Arthur Weng</a:t>
            </a:r>
          </a:p>
        </p:txBody>
      </p:sp>
      <p:pic>
        <p:nvPicPr>
          <p:cNvPr id="5" name="Picture 2"/>
          <p:cNvPicPr>
            <a:picLocks xmlns:a="http://schemas.openxmlformats.org/drawingml/2006/main" noChangeAspect="1"/>
          </p:cNvPicPr>
          <p:nvPr/>
        </p:nvPicPr>
        <p:blipFill>
          <a:blip xmlns:r="http://schemas.openxmlformats.org/officeDocument/2006/relationships" xmlns:a="http://schemas.openxmlformats.org/drawingml/2006/main" r:embed="Rbf2ad4296ae14635"/>
          <a:srcRect xmlns:a="http://schemas.openxmlformats.org/drawingml/2006/main" l="0" t="0" r="0" b="0"/>
          <a:stretch xmlns:a="http://schemas.openxmlformats.org/drawingml/2006/main">
            <a:fillRect l="0" t="0" r="0" b="0"/>
          </a:stretch>
        </p:blipFill>
        <p:spPr>
          <a:xfrm xmlns:a="http://schemas.openxmlformats.org/drawingml/2006/main">
            <a:off x="3378334" y="1925979"/>
            <a:ext cx="2223500" cy="2228624"/>
          </a:xfrm>
          <a:prstGeom xmlns:a="http://schemas.openxmlformats.org/drawingml/2006/main" prst="rect">
            <a:avLst/>
          </a:prstGeom>
        </p:spPr>
      </p:pic>
      <p:sp>
        <p:nvSpPr>
          <p:cNvPr id="6" name="Text Placeholder 6">
            <a:extLst xmlns:a="http://schemas.openxmlformats.org/drawingml/2006/main">
              <a:ext uri="{FF2B5EF4-FFF2-40B4-BE49-F238E27FC236}">
                <a16:creationId xmlns:a16="http://schemas.microsoft.com/office/drawing/2014/main" id="{03A01159-846F-0F7B-6E10-2F795B0A06AA}"/>
              </a:ext>
            </a:extLst>
          </p:cNvPr>
          <p:cNvSpPr>
            <a:spLocks xmlns:a="http://schemas.openxmlformats.org/drawingml/2006/main" noGrp="1"/>
          </p:cNvSpPr>
          <p:nvPr/>
        </p:nvSpPr>
        <p:spPr>
          <a:xfrm xmlns:a="http://schemas.openxmlformats.org/drawingml/2006/main">
            <a:off x="3216503" y="4450509"/>
            <a:ext cx="2710314" cy="489737"/>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marL="0" indent="0" algn="l">
              <a:lnSpc>
                <a:spcPct val="90000"/>
              </a:lnSpc>
              <a:spcBef>
                <a:spcPts val="500"/>
              </a:spcBef>
              <a:buNone/>
              <a:defRPr sz="2000" b="1" spc="-30">
                <a:solidFill>
                  <a:schemeClr val="tx1"/>
                </a:solidFill>
                <a:latin typeface="Arial"/>
                <a:ea typeface="Arial"/>
                <a:cs typeface="Arial"/>
              </a:defRPr>
            </a:lvl1pPr>
            <a:lvl2pPr marL="174625" indent="-174625" algn="l">
              <a:spcBef>
                <a:spcPts val="0"/>
              </a:spcBef>
              <a:buChar char="•"/>
              <a:defRPr sz="1500" b="0" spc="-30">
                <a:solidFill>
                  <a:schemeClr val="tx1"/>
                </a:solidFill>
                <a:latin typeface="Arial"/>
                <a:ea typeface="Arial"/>
                <a:cs typeface="Arial"/>
              </a:defRPr>
            </a:lvl2pPr>
            <a:lvl3pPr marL="339725" indent="-165100" algn="l">
              <a:spcBef>
                <a:spcPts val="0"/>
              </a:spcBef>
              <a:buChar char="-"/>
              <a:defRPr sz="1500" b="0" spc="-30">
                <a:solidFill>
                  <a:schemeClr val="tx1"/>
                </a:solidFill>
                <a:latin typeface="Arial"/>
                <a:ea typeface="Arial"/>
                <a:cs typeface="Arial"/>
              </a:defRPr>
            </a:lvl3pPr>
            <a:lvl4pPr marL="512763" indent="-173038" algn="l">
              <a:spcBef>
                <a:spcPts val="0"/>
              </a:spcBef>
              <a:buChar char="•"/>
              <a:defRPr sz="1500" b="0" spc="-30">
                <a:solidFill>
                  <a:schemeClr val="tx1"/>
                </a:solidFill>
                <a:latin typeface="Arial"/>
                <a:ea typeface="Arial"/>
                <a:cs typeface="Arial"/>
              </a:defRPr>
            </a:lvl4pPr>
            <a:lvl5pPr marL="687388" indent="-174625" algn="l">
              <a:spcBef>
                <a:spcPts val="0"/>
              </a:spcBef>
              <a:buChar char="-"/>
              <a:defRPr sz="1500" b="0" spc="-30">
                <a:solidFill>
                  <a:schemeClr val="tx1"/>
                </a:solidFill>
                <a:latin typeface="Arial"/>
                <a:ea typeface="Arial"/>
                <a:cs typeface="Arial"/>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a:lstStyle>
          <a:p xmlns:a="http://schemas.openxmlformats.org/drawingml/2006/main">
            <a:r>
              <a:rPr>
                <a:solidFill>
                  <a:schemeClr val="bg1"/>
                </a:solidFill>
              </a:rPr>
              <a:t>Coded agent</a:t>
            </a:r>
          </a:p>
        </p:txBody>
      </p:sp>
      <p:sp>
        <p:nvSpPr>
          <p:cNvPr id="7" name="Text Placeholder 11">
            <a:extLst xmlns:a="http://schemas.openxmlformats.org/drawingml/2006/main">
              <a:ext uri="{FF2B5EF4-FFF2-40B4-BE49-F238E27FC236}">
                <a16:creationId xmlns:a16="http://schemas.microsoft.com/office/drawing/2014/main" id="{2D9BC4B5-779B-1958-1E56-3B92969E86DF}"/>
              </a:ext>
            </a:extLst>
          </p:cNvPr>
          <p:cNvSpPr>
            <a:spLocks xmlns:a="http://schemas.openxmlformats.org/drawingml/2006/main" noGrp="1"/>
          </p:cNvSpPr>
          <p:nvPr/>
        </p:nvSpPr>
        <p:spPr>
          <a:xfrm xmlns:a="http://schemas.openxmlformats.org/drawingml/2006/main">
            <a:off x="3105672" y="5062793"/>
            <a:ext cx="2710691" cy="1141008"/>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a:spcBef>
                <a:spcPts val="1000"/>
              </a:spcBef>
              <a:buNone/>
              <a:defRPr sz="1600">
                <a:solidFill>
                  <a:schemeClr val="tx1"/>
                </a:solidFill>
                <a:latin typeface="Arial"/>
                <a:ea typeface="Arial"/>
                <a:cs typeface="Arial"/>
              </a:defRPr>
            </a:lvl1pPr>
            <a:lvl2pPr marL="174625" indent="-174625" algn="l">
              <a:spcBef>
                <a:spcPts val="500"/>
              </a:spcBef>
              <a:buChar char="•"/>
              <a:defRPr sz="1600">
                <a:solidFill>
                  <a:schemeClr val="tx1"/>
                </a:solidFill>
                <a:latin typeface="Arial"/>
                <a:ea typeface="Arial"/>
                <a:cs typeface="Arial"/>
              </a:defRPr>
            </a:lvl2pPr>
            <a:lvl3pPr marL="339725" indent="-165100" algn="l">
              <a:spcBef>
                <a:spcPts val="300"/>
              </a:spcBef>
              <a:buChar char="-"/>
              <a:defRPr sz="2000">
                <a:solidFill>
                  <a:schemeClr val="tx1"/>
                </a:solidFill>
                <a:latin typeface="Arial"/>
                <a:ea typeface="Arial"/>
                <a:cs typeface="Arial"/>
              </a:defRPr>
            </a:lvl3pPr>
            <a:lvl4pPr marL="512763" indent="-173038" algn="l">
              <a:spcBef>
                <a:spcPts val="200"/>
              </a:spcBef>
              <a:buChar char="•"/>
              <a:defRPr sz="2000">
                <a:solidFill>
                  <a:schemeClr val="tx1"/>
                </a:solidFill>
                <a:latin typeface="Arial"/>
                <a:ea typeface="Arial"/>
                <a:cs typeface="Arial"/>
              </a:defRPr>
            </a:lvl4pPr>
            <a:lvl5pPr marL="687388" indent="-174625" algn="l">
              <a:spcBef>
                <a:spcPts val="100"/>
              </a:spcBef>
              <a:buChar char="-"/>
              <a:defRPr sz="2000">
                <a:solidFill>
                  <a:schemeClr val="tx1"/>
                </a:solidFill>
                <a:latin typeface="Arial"/>
                <a:ea typeface="Arial"/>
                <a:cs typeface="Arial"/>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a:lstStyle>
          <a:p xmlns:a="http://schemas.openxmlformats.org/drawingml/2006/main">
            <a:r>
              <a:rPr>
                <a:solidFill>
                  <a:schemeClr val="bg1"/>
                </a:solidFill>
              </a:rPr>
              <a:t>Python rules, CLI, API</a:t>
            </a:r>
          </a:p>
        </p:txBody>
      </p:sp>
      <p:pic>
        <p:nvPicPr>
          <p:cNvPr id="8" name="Picture 2"/>
          <p:cNvPicPr>
            <a:picLocks xmlns:a="http://schemas.openxmlformats.org/drawingml/2006/main" noChangeAspect="1"/>
          </p:cNvPicPr>
          <p:nvPr/>
        </p:nvPicPr>
        <p:blipFill>
          <a:blip xmlns:r="http://schemas.openxmlformats.org/officeDocument/2006/relationships" xmlns:a="http://schemas.openxmlformats.org/drawingml/2006/main" r:embed="Rbf2ad4296ae14635"/>
          <a:srcRect xmlns:a="http://schemas.openxmlformats.org/drawingml/2006/main" l="0" t="0" r="0" b="0"/>
          <a:stretch xmlns:a="http://schemas.openxmlformats.org/drawingml/2006/main">
            <a:fillRect l="0" t="0" r="0" b="0"/>
          </a:stretch>
        </p:blipFill>
        <p:spPr>
          <a:xfrm xmlns:a="http://schemas.openxmlformats.org/drawingml/2006/main">
            <a:off x="6251716" y="1973262"/>
            <a:ext cx="2223500" cy="2228624"/>
          </a:xfrm>
          <a:prstGeom xmlns:a="http://schemas.openxmlformats.org/drawingml/2006/main" prst="rect">
            <a:avLst/>
          </a:prstGeom>
        </p:spPr>
      </p:pic>
      <p:sp>
        <p:nvSpPr>
          <p:cNvPr id="9" name="Text Placeholder 6">
            <a:extLst xmlns:a="http://schemas.openxmlformats.org/drawingml/2006/main">
              <a:ext uri="{FF2B5EF4-FFF2-40B4-BE49-F238E27FC236}">
                <a16:creationId xmlns:a16="http://schemas.microsoft.com/office/drawing/2014/main" id="{5B970237-0361-6A57-6B9D-3344AC7DBB09}"/>
              </a:ext>
            </a:extLst>
          </p:cNvPr>
          <p:cNvSpPr>
            <a:spLocks xmlns:a="http://schemas.openxmlformats.org/drawingml/2006/main" noGrp="1"/>
          </p:cNvSpPr>
          <p:nvPr/>
        </p:nvSpPr>
        <p:spPr>
          <a:xfrm xmlns:a="http://schemas.openxmlformats.org/drawingml/2006/main">
            <a:off x="6148101" y="4450509"/>
            <a:ext cx="2710314" cy="489737"/>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marL="0" indent="0" algn="l">
              <a:lnSpc>
                <a:spcPct val="90000"/>
              </a:lnSpc>
              <a:spcBef>
                <a:spcPts val="500"/>
              </a:spcBef>
              <a:buNone/>
              <a:defRPr sz="2000" b="1" spc="-30">
                <a:solidFill>
                  <a:schemeClr val="tx1"/>
                </a:solidFill>
                <a:latin typeface="Arial"/>
                <a:ea typeface="Arial"/>
                <a:cs typeface="Arial"/>
              </a:defRPr>
            </a:lvl1pPr>
            <a:lvl2pPr marL="174625" indent="-174625" algn="l">
              <a:spcBef>
                <a:spcPts val="0"/>
              </a:spcBef>
              <a:buChar char="•"/>
              <a:defRPr sz="1500" b="0" spc="-30">
                <a:solidFill>
                  <a:schemeClr val="tx1"/>
                </a:solidFill>
                <a:latin typeface="Arial"/>
                <a:ea typeface="Arial"/>
                <a:cs typeface="Arial"/>
              </a:defRPr>
            </a:lvl2pPr>
            <a:lvl3pPr marL="339725" indent="-165100" algn="l">
              <a:spcBef>
                <a:spcPts val="0"/>
              </a:spcBef>
              <a:buChar char="-"/>
              <a:defRPr sz="1500" b="0" spc="-30">
                <a:solidFill>
                  <a:schemeClr val="tx1"/>
                </a:solidFill>
                <a:latin typeface="Arial"/>
                <a:ea typeface="Arial"/>
                <a:cs typeface="Arial"/>
              </a:defRPr>
            </a:lvl3pPr>
            <a:lvl4pPr marL="512763" indent="-173038" algn="l">
              <a:spcBef>
                <a:spcPts val="0"/>
              </a:spcBef>
              <a:buChar char="•"/>
              <a:defRPr sz="1500" b="0" spc="-30">
                <a:solidFill>
                  <a:schemeClr val="tx1"/>
                </a:solidFill>
                <a:latin typeface="Arial"/>
                <a:ea typeface="Arial"/>
                <a:cs typeface="Arial"/>
              </a:defRPr>
            </a:lvl4pPr>
            <a:lvl5pPr marL="687388" indent="-174625" algn="l">
              <a:spcBef>
                <a:spcPts val="0"/>
              </a:spcBef>
              <a:buChar char="-"/>
              <a:defRPr sz="1500" b="0" spc="-30">
                <a:solidFill>
                  <a:schemeClr val="tx1"/>
                </a:solidFill>
                <a:latin typeface="Arial"/>
                <a:ea typeface="Arial"/>
                <a:cs typeface="Arial"/>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a:lstStyle>
          <a:p xmlns:a="http://schemas.openxmlformats.org/drawingml/2006/main">
            <a:r>
              <a:rPr>
                <a:solidFill>
                  <a:schemeClr val="bg1"/>
                </a:solidFill>
              </a:rPr>
              <a:t>UiPath layer</a:t>
            </a:r>
          </a:p>
        </p:txBody>
      </p:sp>
      <p:sp>
        <p:nvSpPr>
          <p:cNvPr id="10" name="Text Placeholder 11">
            <a:extLst xmlns:a="http://schemas.openxmlformats.org/drawingml/2006/main">
              <a:ext uri="{FF2B5EF4-FFF2-40B4-BE49-F238E27FC236}">
                <a16:creationId xmlns:a16="http://schemas.microsoft.com/office/drawing/2014/main" id="{242DAF2E-2BDB-8C60-D764-D5185EBF89A0}"/>
              </a:ext>
            </a:extLst>
          </p:cNvPr>
          <p:cNvSpPr>
            <a:spLocks xmlns:a="http://schemas.openxmlformats.org/drawingml/2006/main" noGrp="1"/>
          </p:cNvSpPr>
          <p:nvPr/>
        </p:nvSpPr>
        <p:spPr>
          <a:xfrm xmlns:a="http://schemas.openxmlformats.org/drawingml/2006/main">
            <a:off x="6148101" y="5060108"/>
            <a:ext cx="2710691" cy="1141008"/>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a:spcBef>
                <a:spcPts val="1000"/>
              </a:spcBef>
              <a:buNone/>
              <a:defRPr sz="1600">
                <a:solidFill>
                  <a:schemeClr val="tx1"/>
                </a:solidFill>
                <a:latin typeface="Arial"/>
                <a:ea typeface="Arial"/>
                <a:cs typeface="Arial"/>
              </a:defRPr>
            </a:lvl1pPr>
            <a:lvl2pPr marL="174625" indent="-174625" algn="l">
              <a:spcBef>
                <a:spcPts val="500"/>
              </a:spcBef>
              <a:buChar char="•"/>
              <a:defRPr sz="1600">
                <a:solidFill>
                  <a:schemeClr val="tx1"/>
                </a:solidFill>
                <a:latin typeface="Arial"/>
                <a:ea typeface="Arial"/>
                <a:cs typeface="Arial"/>
              </a:defRPr>
            </a:lvl2pPr>
            <a:lvl3pPr marL="339725" indent="-165100" algn="l">
              <a:spcBef>
                <a:spcPts val="300"/>
              </a:spcBef>
              <a:buChar char="-"/>
              <a:defRPr sz="2000">
                <a:solidFill>
                  <a:schemeClr val="tx1"/>
                </a:solidFill>
                <a:latin typeface="Arial"/>
                <a:ea typeface="Arial"/>
                <a:cs typeface="Arial"/>
              </a:defRPr>
            </a:lvl3pPr>
            <a:lvl4pPr marL="512763" indent="-173038" algn="l">
              <a:spcBef>
                <a:spcPts val="200"/>
              </a:spcBef>
              <a:buChar char="•"/>
              <a:defRPr sz="2000">
                <a:solidFill>
                  <a:schemeClr val="tx1"/>
                </a:solidFill>
                <a:latin typeface="Arial"/>
                <a:ea typeface="Arial"/>
                <a:cs typeface="Arial"/>
              </a:defRPr>
            </a:lvl4pPr>
            <a:lvl5pPr marL="687388" indent="-174625" algn="l">
              <a:spcBef>
                <a:spcPts val="100"/>
              </a:spcBef>
              <a:buChar char="-"/>
              <a:defRPr sz="2000">
                <a:solidFill>
                  <a:schemeClr val="tx1"/>
                </a:solidFill>
                <a:latin typeface="Arial"/>
                <a:ea typeface="Arial"/>
                <a:cs typeface="Arial"/>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a:lstStyle>
          <a:p xmlns:a="http://schemas.openxmlformats.org/drawingml/2006/main">
            <a:r>
              <a:rPr>
                <a:solidFill>
                  <a:schemeClr val="bg1"/>
                </a:solidFill>
              </a:rPr>
              <a:t>Studio Web + Maestro notes</a:t>
            </a:r>
          </a:p>
        </p:txBody>
      </p:sp>
      <p:pic>
        <p:nvPicPr>
          <p:cNvPr id="11" name="Picture 2"/>
          <p:cNvPicPr>
            <a:picLocks xmlns:a="http://schemas.openxmlformats.org/drawingml/2006/main" noChangeAspect="1"/>
          </p:cNvPicPr>
          <p:nvPr/>
        </p:nvPicPr>
        <p:blipFill>
          <a:blip xmlns:r="http://schemas.openxmlformats.org/officeDocument/2006/relationships" xmlns:a="http://schemas.openxmlformats.org/drawingml/2006/main" r:embed="Rbf2ad4296ae14635"/>
          <a:srcRect xmlns:a="http://schemas.openxmlformats.org/drawingml/2006/main" l="0" t="0" r="0" b="0"/>
          <a:stretch xmlns:a="http://schemas.openxmlformats.org/drawingml/2006/main">
            <a:fillRect l="0" t="0" r="0" b="0"/>
          </a:stretch>
        </p:blipFill>
        <p:spPr>
          <a:xfrm xmlns:a="http://schemas.openxmlformats.org/drawingml/2006/main">
            <a:off x="9125098" y="1973262"/>
            <a:ext cx="2223500" cy="2228624"/>
          </a:xfrm>
          <a:prstGeom xmlns:a="http://schemas.openxmlformats.org/drawingml/2006/main" prst="rect">
            <a:avLst/>
          </a:prstGeom>
        </p:spPr>
      </p:pic>
      <p:sp>
        <p:nvSpPr>
          <p:cNvPr id="12" name="Text Placeholder 6">
            <a:extLst xmlns:a="http://schemas.openxmlformats.org/drawingml/2006/main">
              <a:ext uri="{FF2B5EF4-FFF2-40B4-BE49-F238E27FC236}">
                <a16:creationId xmlns:a16="http://schemas.microsoft.com/office/drawing/2014/main" id="{B647BEE1-A482-AA4D-385A-A902F0852F5E}"/>
              </a:ext>
            </a:extLst>
          </p:cNvPr>
          <p:cNvSpPr>
            <a:spLocks xmlns:a="http://schemas.openxmlformats.org/drawingml/2006/main" noGrp="1"/>
          </p:cNvSpPr>
          <p:nvPr/>
        </p:nvSpPr>
        <p:spPr>
          <a:xfrm xmlns:a="http://schemas.openxmlformats.org/drawingml/2006/main">
            <a:off x="8858415" y="4436925"/>
            <a:ext cx="2710314" cy="489737"/>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marL="0" indent="0" algn="l">
              <a:lnSpc>
                <a:spcPct val="90000"/>
              </a:lnSpc>
              <a:spcBef>
                <a:spcPts val="500"/>
              </a:spcBef>
              <a:buNone/>
              <a:defRPr sz="2000" b="1" spc="-30">
                <a:solidFill>
                  <a:schemeClr val="tx1"/>
                </a:solidFill>
                <a:latin typeface="Arial"/>
                <a:ea typeface="Arial"/>
                <a:cs typeface="Arial"/>
              </a:defRPr>
            </a:lvl1pPr>
            <a:lvl2pPr marL="174625" indent="-174625" algn="l">
              <a:spcBef>
                <a:spcPts val="0"/>
              </a:spcBef>
              <a:buChar char="•"/>
              <a:defRPr sz="1500" b="0" spc="-30">
                <a:solidFill>
                  <a:schemeClr val="tx1"/>
                </a:solidFill>
                <a:latin typeface="Arial"/>
                <a:ea typeface="Arial"/>
                <a:cs typeface="Arial"/>
              </a:defRPr>
            </a:lvl2pPr>
            <a:lvl3pPr marL="339725" indent="-165100" algn="l">
              <a:spcBef>
                <a:spcPts val="0"/>
              </a:spcBef>
              <a:buChar char="-"/>
              <a:defRPr sz="1500" b="0" spc="-30">
                <a:solidFill>
                  <a:schemeClr val="tx1"/>
                </a:solidFill>
                <a:latin typeface="Arial"/>
                <a:ea typeface="Arial"/>
                <a:cs typeface="Arial"/>
              </a:defRPr>
            </a:lvl3pPr>
            <a:lvl4pPr marL="512763" indent="-173038" algn="l">
              <a:spcBef>
                <a:spcPts val="0"/>
              </a:spcBef>
              <a:buChar char="•"/>
              <a:defRPr sz="1500" b="0" spc="-30">
                <a:solidFill>
                  <a:schemeClr val="tx1"/>
                </a:solidFill>
                <a:latin typeface="Arial"/>
                <a:ea typeface="Arial"/>
                <a:cs typeface="Arial"/>
              </a:defRPr>
            </a:lvl4pPr>
            <a:lvl5pPr marL="687388" indent="-174625" algn="l">
              <a:spcBef>
                <a:spcPts val="0"/>
              </a:spcBef>
              <a:buChar char="-"/>
              <a:defRPr sz="1500" b="0" spc="-30">
                <a:solidFill>
                  <a:schemeClr val="tx1"/>
                </a:solidFill>
                <a:latin typeface="Arial"/>
                <a:ea typeface="Arial"/>
                <a:cs typeface="Arial"/>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a:lstStyle>
          <a:p xmlns:a="http://schemas.openxmlformats.org/drawingml/2006/main">
            <a:r>
              <a:rPr>
                <a:solidFill>
                  <a:schemeClr val="bg1"/>
                </a:solidFill>
              </a:rPr>
              <a:t>Codex evidence</a:t>
            </a:r>
          </a:p>
        </p:txBody>
      </p:sp>
      <p:sp>
        <p:nvSpPr>
          <p:cNvPr id="13" name="Text Placeholder 11">
            <a:extLst xmlns:a="http://schemas.openxmlformats.org/drawingml/2006/main">
              <a:ext uri="{FF2B5EF4-FFF2-40B4-BE49-F238E27FC236}">
                <a16:creationId xmlns:a16="http://schemas.microsoft.com/office/drawing/2014/main" id="{D0822F4C-6C78-11B3-C564-A83C5BAD18B2}"/>
              </a:ext>
            </a:extLst>
          </p:cNvPr>
          <p:cNvSpPr>
            <a:spLocks xmlns:a="http://schemas.openxmlformats.org/drawingml/2006/main" noGrp="1"/>
          </p:cNvSpPr>
          <p:nvPr/>
        </p:nvSpPr>
        <p:spPr>
          <a:xfrm xmlns:a="http://schemas.openxmlformats.org/drawingml/2006/main">
            <a:off x="8881502" y="5060108"/>
            <a:ext cx="2710691" cy="1141008"/>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a:spcBef>
                <a:spcPts val="1000"/>
              </a:spcBef>
              <a:buNone/>
              <a:defRPr sz="1600">
                <a:solidFill>
                  <a:schemeClr val="tx1"/>
                </a:solidFill>
                <a:latin typeface="Arial"/>
                <a:ea typeface="Arial"/>
                <a:cs typeface="Arial"/>
              </a:defRPr>
            </a:lvl1pPr>
            <a:lvl2pPr marL="174625" indent="-174625" algn="l">
              <a:spcBef>
                <a:spcPts val="500"/>
              </a:spcBef>
              <a:buChar char="•"/>
              <a:defRPr sz="1600">
                <a:solidFill>
                  <a:schemeClr val="tx1"/>
                </a:solidFill>
                <a:latin typeface="Arial"/>
                <a:ea typeface="Arial"/>
                <a:cs typeface="Arial"/>
              </a:defRPr>
            </a:lvl2pPr>
            <a:lvl3pPr marL="339725" indent="-165100" algn="l">
              <a:spcBef>
                <a:spcPts val="300"/>
              </a:spcBef>
              <a:buChar char="-"/>
              <a:defRPr sz="2000">
                <a:solidFill>
                  <a:schemeClr val="tx1"/>
                </a:solidFill>
                <a:latin typeface="Arial"/>
                <a:ea typeface="Arial"/>
                <a:cs typeface="Arial"/>
              </a:defRPr>
            </a:lvl3pPr>
            <a:lvl4pPr marL="512763" indent="-173038" algn="l">
              <a:spcBef>
                <a:spcPts val="200"/>
              </a:spcBef>
              <a:buChar char="•"/>
              <a:defRPr sz="2000">
                <a:solidFill>
                  <a:schemeClr val="tx1"/>
                </a:solidFill>
                <a:latin typeface="Arial"/>
                <a:ea typeface="Arial"/>
                <a:cs typeface="Arial"/>
              </a:defRPr>
            </a:lvl4pPr>
            <a:lvl5pPr marL="687388" indent="-174625" algn="l">
              <a:spcBef>
                <a:spcPts val="100"/>
              </a:spcBef>
              <a:buChar char="-"/>
              <a:defRPr sz="2000">
                <a:solidFill>
                  <a:schemeClr val="tx1"/>
                </a:solidFill>
                <a:latin typeface="Arial"/>
                <a:ea typeface="Arial"/>
                <a:cs typeface="Arial"/>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a:lstStyle>
          <a:p xmlns:a="http://schemas.openxmlformats.org/drawingml/2006/main">
            <a:r>
              <a:rPr>
                <a:solidFill>
                  <a:schemeClr val="bg1"/>
                </a:solidFill>
              </a:rPr>
              <a:t>OpenAI Codex assisted build</a:t>
            </a:r>
          </a:p>
        </p:txBody>
      </p:sp>
      <p:sp>
        <p:nvSpPr>
          <p:cNvPr id="14" name="Title 1">
            <a:extLst xmlns:a="http://schemas.openxmlformats.org/drawingml/2006/main">
              <a:ext uri="{FF2B5EF4-FFF2-40B4-BE49-F238E27FC236}">
                <a16:creationId xmlns:a16="http://schemas.microsoft.com/office/drawing/2014/main" id="{426A5EB7-4B7D-852B-B90D-74E6498EA545}"/>
              </a:ext>
            </a:extLst>
          </p:cNvPr>
          <p:cNvSpPr>
            <a:spLocks xmlns:a="http://schemas.openxmlformats.org/drawingml/2006/main" noGrp="1"/>
          </p:cNvSpPr>
          <p:nvPr/>
        </p:nvSpPr>
        <p:spPr>
          <a:xfrm xmlns:a="http://schemas.openxmlformats.org/drawingml/2006/main">
            <a:off x="359999" y="360000"/>
            <a:ext cx="9000000" cy="900000"/>
          </a:xfrm>
          <a:prstGeom xmlns:a="http://schemas.openxmlformats.org/drawingml/2006/main" prst="rect">
            <a:avLst/>
          </a:prstGeom>
        </p:spPr>
        <p:txBody>
          <a:bodyPr xmlns:a="http://schemas.openxmlformats.org/drawingml/2006/main"/>
          <a:lstStyle xmlns:a="http://schemas.openxmlformats.org/drawingml/2006/main">
            <a:lvl1pPr marL="0" indent="0" algn="l">
              <a:lnSpc>
                <a:spcPts val="3000"/>
              </a:lnSpc>
              <a:spcBef>
                <a:spcPts val="0"/>
              </a:spcBef>
              <a:spcAft>
                <a:spcPts val="0"/>
              </a:spcAft>
              <a:buNone/>
              <a:defRPr sz="3000" b="1" i="0" u="none" cap="none" spc="-150">
                <a:solidFill>
                  <a:schemeClr val="bg1"/>
                </a:solidFill>
                <a:latin typeface="Arial"/>
                <a:ea typeface="Arial"/>
                <a:cs typeface="Arial"/>
              </a:defRPr>
            </a:lvl1pPr>
            <a:lvl2pPr marL="0" indent="0" algn="l">
              <a:lnSpc>
                <a:spcPts val="2200"/>
              </a:lnSpc>
              <a:spcBef>
                <a:spcPts val="2200"/>
              </a:spcBef>
              <a:spcAft>
                <a:spcPts val="0"/>
              </a:spcAft>
              <a:buNone/>
              <a:defRPr sz="1900" b="1" i="0" u="none" cap="none" spc="-33">
                <a:solidFill>
                  <a:srgbClr val="000000"/>
                </a:solidFill>
                <a:latin typeface="Arial"/>
                <a:ea typeface="Arial"/>
                <a:cs typeface="Arial"/>
              </a:defRPr>
            </a:lvl2pPr>
            <a:lvl3pPr marL="0" indent="0" algn="l">
              <a:lnSpc>
                <a:spcPts val="2200"/>
              </a:lnSpc>
              <a:spcBef>
                <a:spcPts val="2200"/>
              </a:spcBef>
              <a:spcAft>
                <a:spcPts val="0"/>
              </a:spcAft>
              <a:buNone/>
              <a:defRPr sz="1900" b="1" i="0" u="none" cap="none" spc="-33">
                <a:solidFill>
                  <a:srgbClr val="000000"/>
                </a:solidFill>
                <a:latin typeface="Arial"/>
                <a:ea typeface="Arial"/>
                <a:cs typeface="Arial"/>
              </a:defRPr>
            </a:lvl3pPr>
            <a:lvl4pPr marL="0" indent="0" algn="l">
              <a:lnSpc>
                <a:spcPts val="2200"/>
              </a:lnSpc>
              <a:spcBef>
                <a:spcPts val="2200"/>
              </a:spcBef>
              <a:spcAft>
                <a:spcPts val="0"/>
              </a:spcAft>
              <a:buNone/>
              <a:defRPr sz="1900" b="1" i="0" u="none" cap="none" spc="-33">
                <a:solidFill>
                  <a:srgbClr val="000000"/>
                </a:solidFill>
                <a:latin typeface="Arial"/>
                <a:ea typeface="Arial"/>
                <a:cs typeface="Arial"/>
              </a:defRPr>
            </a:lvl4pPr>
            <a:lvl5pPr marL="0" indent="0" algn="l">
              <a:lnSpc>
                <a:spcPts val="2200"/>
              </a:lnSpc>
              <a:spcBef>
                <a:spcPts val="2200"/>
              </a:spcBef>
              <a:spcAft>
                <a:spcPts val="0"/>
              </a:spcAft>
              <a:buNone/>
              <a:defRPr sz="1900" b="1" i="0" u="none" cap="none" spc="-33">
                <a:solidFill>
                  <a:srgbClr val="000000"/>
                </a:solidFill>
                <a:latin typeface="Arial"/>
                <a:ea typeface="Arial"/>
                <a:cs typeface="Arial"/>
              </a:defRPr>
            </a:lvl5pPr>
            <a:lvl6pPr marL="0" indent="0" algn="l">
              <a:lnSpc>
                <a:spcPts val="2200"/>
              </a:lnSpc>
              <a:spcBef>
                <a:spcPts val="2200"/>
              </a:spcBef>
              <a:spcAft>
                <a:spcPts val="0"/>
              </a:spcAft>
              <a:buNone/>
              <a:defRPr sz="1900" b="1" i="0" u="none" cap="none" spc="-33">
                <a:solidFill>
                  <a:srgbClr val="000000"/>
                </a:solidFill>
                <a:latin typeface="Arial"/>
                <a:ea typeface="Arial"/>
                <a:cs typeface="Arial"/>
              </a:defRPr>
            </a:lvl6pPr>
            <a:lvl7pPr marL="0" indent="0" algn="l">
              <a:lnSpc>
                <a:spcPts val="2200"/>
              </a:lnSpc>
              <a:spcBef>
                <a:spcPts val="2200"/>
              </a:spcBef>
              <a:spcAft>
                <a:spcPts val="0"/>
              </a:spcAft>
              <a:buNone/>
              <a:defRPr sz="1900" b="1" i="0" u="none" cap="none" spc="-33">
                <a:solidFill>
                  <a:srgbClr val="000000"/>
                </a:solidFill>
                <a:latin typeface="Arial"/>
                <a:ea typeface="Arial"/>
                <a:cs typeface="Arial"/>
              </a:defRPr>
            </a:lvl7pPr>
            <a:lvl8pPr marL="0" indent="0" algn="l">
              <a:lnSpc>
                <a:spcPts val="2200"/>
              </a:lnSpc>
              <a:spcBef>
                <a:spcPts val="2200"/>
              </a:spcBef>
              <a:spcAft>
                <a:spcPts val="0"/>
              </a:spcAft>
              <a:buNone/>
              <a:defRPr sz="1900" b="1" i="0" u="none" cap="none" spc="-33">
                <a:solidFill>
                  <a:srgbClr val="000000"/>
                </a:solidFill>
                <a:latin typeface="Arial"/>
                <a:ea typeface="Arial"/>
                <a:cs typeface="Arial"/>
              </a:defRPr>
            </a:lvl8pPr>
            <a:lvl9pPr marL="0" indent="0" algn="l">
              <a:lnSpc>
                <a:spcPts val="2200"/>
              </a:lnSpc>
              <a:spcBef>
                <a:spcPts val="2200"/>
              </a:spcBef>
              <a:spcAft>
                <a:spcPts val="0"/>
              </a:spcAft>
              <a:buNone/>
              <a:defRPr sz="1900" b="1" i="0" u="none" cap="none" spc="-33">
                <a:solidFill>
                  <a:srgbClr val="000000"/>
                </a:solidFill>
                <a:latin typeface="Arial"/>
                <a:ea typeface="Arial"/>
                <a:cs typeface="Arial"/>
              </a:defRPr>
            </a:lvl9pPr>
          </a:lstStyle>
          <a:p xmlns:a="http://schemas.openxmlformats.org/drawingml/2006/main">
            <a:r>
              <a:t>Team: Individual submission</a:t>
            </a:r>
          </a:p>
          <a:p xmlns:a="http://schemas.openxmlformats.org/drawingml/2006/main">
            <a:r>
              <a:t>Project: Invoice Exception Triage Agent</a:t>
            </a:r>
          </a:p>
        </p:txBody>
      </p:sp>
    </p:spTree>
    <p:extLst>
      <p:ext uri="{BB962C8B-B14F-4D97-AF65-F5344CB8AC3E}">
        <p14:creationId xmlns:p14="http://schemas.microsoft.com/office/powerpoint/2010/main" val="22318072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F1A60B8-E509-98E7-2FEE-CE8BB6CF2A9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solidFill>
                  <a:srgbClr val="172024"/>
                </a:solidFill>
              </a:rPr>
              <a:t>Problem statement and proposed solution</a:t>
            </a:r>
          </a:p>
        </p:txBody>
      </p:sp>
      <p:sp>
        <p:nvSpPr>
          <p:cNvPr id="10" name="Slide Number Placeholder 9">
            <a:extLst xmlns:a="http://schemas.openxmlformats.org/drawingml/2006/main">
              <a:ext uri="{FF2B5EF4-FFF2-40B4-BE49-F238E27FC236}">
                <a16:creationId xmlns:a16="http://schemas.microsoft.com/office/drawing/2014/main" id="{612CFE9D-67C2-DBC8-C1B9-92F9C34115AD}"/>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202359C0-8A7A-196E-DD58-8E6569619F09}" type="slidenum">
              <a:t>3</a:t>
            </a:fld>
          </a:p>
        </p:txBody>
      </p:sp>
      <p:sp>
        <p:nvSpPr>
          <p:cNvPr id="3" name="Text Placeholder 2">
            <a:extLst xmlns:a="http://schemas.openxmlformats.org/drawingml/2006/main">
              <a:ext uri="{FF2B5EF4-FFF2-40B4-BE49-F238E27FC236}">
                <a16:creationId xmlns:a16="http://schemas.microsoft.com/office/drawing/2014/main" id="{ACA789EF-7679-BC5C-55B2-79105E026D27}"/>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Problem</a:t>
            </a:r>
          </a:p>
        </p:txBody>
      </p:sp>
      <p:sp>
        <p:nvSpPr>
          <p:cNvPr id="4" name="Content Placeholder 3">
            <a:extLst xmlns:a="http://schemas.openxmlformats.org/drawingml/2006/main">
              <a:ext uri="{FF2B5EF4-FFF2-40B4-BE49-F238E27FC236}">
                <a16:creationId xmlns:a16="http://schemas.microsoft.com/office/drawing/2014/main" id="{6DEF4AF2-F532-7980-A51E-EB633C18E090}"/>
              </a:ext>
            </a:extLst>
          </p:cNvPr>
          <p:cNvSpPr>
            <a:spLocks xmlns:a="http://schemas.openxmlformats.org/drawingml/2006/main" noGrp="1"/>
          </p:cNvSpPr>
          <p:nvPr>
            <p:ph idx="16"/>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marL="285750" indent="-285750">
              <a:buChar char="•"/>
            </a:pPr>
            <a:r>
              <a:t>AP teams manually check duplicates, supplier approval, PO match, tax IDs, currency, amounts, and terms.</a:t>
            </a:r>
          </a:p>
          <a:p xmlns:a="http://schemas.openxmlformats.org/drawingml/2006/main">
            <a:pPr marL="285750" indent="-285750">
              <a:buChar char="•"/>
            </a:pPr>
            <a:r>
              <a:t>Clean invoices wait; risky invoices need controlled human escalation before ERP posting.</a:t>
            </a:r>
          </a:p>
        </p:txBody>
      </p:sp>
      <p:sp>
        <p:nvSpPr>
          <p:cNvPr id="5" name="Text Placeholder 4">
            <a:extLst xmlns:a="http://schemas.openxmlformats.org/drawingml/2006/main">
              <a:ext uri="{FF2B5EF4-FFF2-40B4-BE49-F238E27FC236}">
                <a16:creationId xmlns:a16="http://schemas.microsoft.com/office/drawing/2014/main" id="{CF86218D-58D1-4DB9-D829-CC6DC53A0A26}"/>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t>Solution</a:t>
            </a:r>
          </a:p>
        </p:txBody>
      </p:sp>
      <p:sp>
        <p:nvSpPr>
          <p:cNvPr id="6" name="Content Placeholder 5">
            <a:extLst xmlns:a="http://schemas.openxmlformats.org/drawingml/2006/main">
              <a:ext uri="{FF2B5EF4-FFF2-40B4-BE49-F238E27FC236}">
                <a16:creationId xmlns:a16="http://schemas.microsoft.com/office/drawing/2014/main" id="{39D3F4E2-81AA-B610-6D1B-F0DAA1E2611A}"/>
              </a:ext>
            </a:extLst>
          </p:cNvPr>
          <p:cNvSpPr>
            <a:spLocks xmlns:a="http://schemas.openxmlformats.org/drawingml/2006/main" noGrp="1"/>
          </p:cNvSpPr>
          <p:nvPr>
            <p:ph idx="18"/>
          </p:nvPr>
        </p:nvSpPr>
        <p:spPr/>
        <p:txBody>
          <a:bodyPr xmlns:a="http://schemas.openxmlformats.org/drawingml/2006/main"/>
          <a:lstStyle xmlns:a="http://schemas.openxmlformats.org/drawingml/2006/main"/>
          <a:p xmlns:a="http://schemas.openxmlformats.org/drawingml/2006/main">
            <a:pPr marL="285750" indent="-285750">
              <a:buChar char="•"/>
            </a:pPr>
            <a:r>
              <a:t>A Python coded agent scores invoice JSON and returns risk, decision, reasons, recommended action, audit summary, and flags.</a:t>
            </a:r>
          </a:p>
          <a:p xmlns:a="http://schemas.openxmlformats.org/drawingml/2006/main">
            <a:pPr marL="285750" indent="-285750">
              <a:buChar char="•"/>
            </a:pPr>
            <a:r>
              <a:t>UiPath API Workflow calls it; Maestro branches to auto-approve, AP review, or Action Center escalation.</a:t>
            </a:r>
          </a:p>
        </p:txBody>
      </p:sp>
    </p:spTree>
    <p:extLst>
      <p:ext uri="{BB962C8B-B14F-4D97-AF65-F5344CB8AC3E}">
        <p14:creationId xmlns:p14="http://schemas.microsoft.com/office/powerpoint/2010/main" val="388946008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5">
            <a:extLst xmlns:a="http://schemas.openxmlformats.org/drawingml/2006/main">
              <a:ext uri="{FF2B5EF4-FFF2-40B4-BE49-F238E27FC236}">
                <a16:creationId xmlns:a16="http://schemas.microsoft.com/office/drawing/2014/main" id="{AD4CB4D1-7370-9D56-91FE-E94FD0B5521C}"/>
              </a:ext>
            </a:extLst>
          </p:cNvPr>
          <p:cNvSpPr>
            <a:spLocks xmlns:a="http://schemas.openxmlformats.org/drawingml/2006/main" noGrp="1"/>
          </p:cNvSpPr>
          <p:nvPr/>
        </p:nvSpPr>
        <p:spPr>
          <a:xfrm xmlns:a="http://schemas.openxmlformats.org/drawingml/2006/main">
            <a:off x="259203" y="360000"/>
            <a:ext cx="9000000" cy="499928"/>
          </a:xfrm>
          <a:prstGeom xmlns:a="http://schemas.openxmlformats.org/drawingml/2006/main" prst="rect">
            <a:avLst/>
          </a:prstGeom>
        </p:spPr>
        <p:txBody>
          <a:bodyPr xmlns:a="http://schemas.openxmlformats.org/drawingml/2006/main"/>
          <a:lstStyle xmlns:a="http://schemas.openxmlformats.org/drawingml/2006/main">
            <a:lvl1pPr marL="0" indent="0" algn="l">
              <a:lnSpc>
                <a:spcPts val="3000"/>
              </a:lnSpc>
              <a:spcBef>
                <a:spcPts val="0"/>
              </a:spcBef>
              <a:spcAft>
                <a:spcPts val="0"/>
              </a:spcAft>
              <a:buNone/>
              <a:defRPr sz="3000" b="1" i="0" u="none" cap="none" spc="-150">
                <a:solidFill>
                  <a:schemeClr val="bg1"/>
                </a:solidFill>
                <a:latin typeface="Arial"/>
                <a:ea typeface="Arial"/>
                <a:cs typeface="Arial"/>
              </a:defRPr>
            </a:lvl1pPr>
            <a:lvl2pPr marL="0" indent="0" algn="l">
              <a:lnSpc>
                <a:spcPts val="2200"/>
              </a:lnSpc>
              <a:spcBef>
                <a:spcPts val="2200"/>
              </a:spcBef>
              <a:spcAft>
                <a:spcPts val="0"/>
              </a:spcAft>
              <a:buNone/>
              <a:defRPr sz="1900" b="1" i="0" u="none" cap="none" spc="-33">
                <a:solidFill>
                  <a:srgbClr val="000000"/>
                </a:solidFill>
                <a:latin typeface="Arial"/>
                <a:ea typeface="Arial"/>
                <a:cs typeface="Arial"/>
              </a:defRPr>
            </a:lvl2pPr>
            <a:lvl3pPr marL="0" indent="0" algn="l">
              <a:lnSpc>
                <a:spcPts val="2200"/>
              </a:lnSpc>
              <a:spcBef>
                <a:spcPts val="2200"/>
              </a:spcBef>
              <a:spcAft>
                <a:spcPts val="0"/>
              </a:spcAft>
              <a:buNone/>
              <a:defRPr sz="1900" b="1" i="0" u="none" cap="none" spc="-33">
                <a:solidFill>
                  <a:srgbClr val="000000"/>
                </a:solidFill>
                <a:latin typeface="Arial"/>
                <a:ea typeface="Arial"/>
                <a:cs typeface="Arial"/>
              </a:defRPr>
            </a:lvl3pPr>
            <a:lvl4pPr marL="0" indent="0" algn="l">
              <a:lnSpc>
                <a:spcPts val="2200"/>
              </a:lnSpc>
              <a:spcBef>
                <a:spcPts val="2200"/>
              </a:spcBef>
              <a:spcAft>
                <a:spcPts val="0"/>
              </a:spcAft>
              <a:buNone/>
              <a:defRPr sz="1900" b="1" i="0" u="none" cap="none" spc="-33">
                <a:solidFill>
                  <a:srgbClr val="000000"/>
                </a:solidFill>
                <a:latin typeface="Arial"/>
                <a:ea typeface="Arial"/>
                <a:cs typeface="Arial"/>
              </a:defRPr>
            </a:lvl4pPr>
            <a:lvl5pPr marL="0" indent="0" algn="l">
              <a:lnSpc>
                <a:spcPts val="2200"/>
              </a:lnSpc>
              <a:spcBef>
                <a:spcPts val="2200"/>
              </a:spcBef>
              <a:spcAft>
                <a:spcPts val="0"/>
              </a:spcAft>
              <a:buNone/>
              <a:defRPr sz="1900" b="1" i="0" u="none" cap="none" spc="-33">
                <a:solidFill>
                  <a:srgbClr val="000000"/>
                </a:solidFill>
                <a:latin typeface="Arial"/>
                <a:ea typeface="Arial"/>
                <a:cs typeface="Arial"/>
              </a:defRPr>
            </a:lvl5pPr>
            <a:lvl6pPr marL="0" indent="0" algn="l">
              <a:lnSpc>
                <a:spcPts val="2200"/>
              </a:lnSpc>
              <a:spcBef>
                <a:spcPts val="2200"/>
              </a:spcBef>
              <a:spcAft>
                <a:spcPts val="0"/>
              </a:spcAft>
              <a:buNone/>
              <a:defRPr sz="1900" b="1" i="0" u="none" cap="none" spc="-33">
                <a:solidFill>
                  <a:srgbClr val="000000"/>
                </a:solidFill>
                <a:latin typeface="Arial"/>
                <a:ea typeface="Arial"/>
                <a:cs typeface="Arial"/>
              </a:defRPr>
            </a:lvl6pPr>
            <a:lvl7pPr marL="0" indent="0" algn="l">
              <a:lnSpc>
                <a:spcPts val="2200"/>
              </a:lnSpc>
              <a:spcBef>
                <a:spcPts val="2200"/>
              </a:spcBef>
              <a:spcAft>
                <a:spcPts val="0"/>
              </a:spcAft>
              <a:buNone/>
              <a:defRPr sz="1900" b="1" i="0" u="none" cap="none" spc="-33">
                <a:solidFill>
                  <a:srgbClr val="000000"/>
                </a:solidFill>
                <a:latin typeface="Arial"/>
                <a:ea typeface="Arial"/>
                <a:cs typeface="Arial"/>
              </a:defRPr>
            </a:lvl7pPr>
            <a:lvl8pPr marL="0" indent="0" algn="l">
              <a:lnSpc>
                <a:spcPts val="2200"/>
              </a:lnSpc>
              <a:spcBef>
                <a:spcPts val="2200"/>
              </a:spcBef>
              <a:spcAft>
                <a:spcPts val="0"/>
              </a:spcAft>
              <a:buNone/>
              <a:defRPr sz="1900" b="1" i="0" u="none" cap="none" spc="-33">
                <a:solidFill>
                  <a:srgbClr val="000000"/>
                </a:solidFill>
                <a:latin typeface="Arial"/>
                <a:ea typeface="Arial"/>
                <a:cs typeface="Arial"/>
              </a:defRPr>
            </a:lvl8pPr>
            <a:lvl9pPr marL="0" indent="0" algn="l">
              <a:lnSpc>
                <a:spcPts val="2200"/>
              </a:lnSpc>
              <a:spcBef>
                <a:spcPts val="2200"/>
              </a:spcBef>
              <a:spcAft>
                <a:spcPts val="0"/>
              </a:spcAft>
              <a:buNone/>
              <a:defRPr sz="1900" b="1" i="0" u="none" cap="none" spc="-33">
                <a:solidFill>
                  <a:srgbClr val="000000"/>
                </a:solidFill>
                <a:latin typeface="Arial"/>
                <a:ea typeface="Arial"/>
                <a:cs typeface="Arial"/>
              </a:defRPr>
            </a:lvl9pPr>
          </a:lstStyle>
          <a:p xmlns:a="http://schemas.openxmlformats.org/drawingml/2006/main">
            <a:r>
              <a:t>Benefits and technologies used</a:t>
            </a:r>
          </a:p>
        </p:txBody>
      </p:sp>
      <p:sp>
        <p:nvSpPr>
          <p:cNvPr id="3" name="Slide Number">
            <a:extLst xmlns:a="http://schemas.openxmlformats.org/drawingml/2006/main">
              <a:ext uri="{FF2B5EF4-FFF2-40B4-BE49-F238E27FC236}">
                <a16:creationId xmlns:a16="http://schemas.microsoft.com/office/drawing/2014/main" id="{3318ADF4-66DC-932F-99DD-DE3F238E9B1F}"/>
              </a:ext>
            </a:extLst>
          </p:cNvPr>
          <p:cNvSpPr>
            <a:spLocks xmlns:a="http://schemas.openxmlformats.org/drawingml/2006/main" noGrp="1"/>
          </p:cNvSpPr>
          <p:nvPr>
            <p:ph type="sldNum" idx="10"/>
          </p:nvPr>
        </p:nvSpPr>
        <p:spPr>
          <a:xfrm xmlns:a="http://schemas.openxmlformats.org/drawingml/2006/main">
            <a:off x="11574470" y="6480000"/>
            <a:ext cx="157094" cy="1538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EFD6AB9A-5F9E-5F59-51AB-3C8734130965}" type="slidenum">
              <a:t>4</a:t>
            </a:fld>
          </a:p>
        </p:txBody>
      </p:sp>
      <p:graphicFrame>
        <p:nvGraphicFramePr>
          <p:cNvPr id="4" name="Table 3"/>
          <p:cNvGraphicFramePr/>
          <p:nvPr/>
        </p:nvGraphicFramePr>
        <p:xfrm>
          <a:off xmlns:a="http://schemas.openxmlformats.org/drawingml/2006/main" x="359999" y="1506261"/>
          <a:ext xmlns:a="http://schemas.openxmlformats.org/drawingml/2006/main" cx="5006658" cy="4991737"/>
        </p:xfrm>
        <a:graphic xmlns:a="http://schemas.openxmlformats.org/drawingml/2006/main">
          <a:graphicData uri="http://schemas.openxmlformats.org/drawingml/2006/table">
            <a:tbl>
              <a:tblPr/>
              <a:tblGrid>
                <a:gridCol w="2503329"/>
                <a:gridCol w="2503329"/>
              </a:tblGrid>
              <a:tr h="997533">
                <a:tc>
                  <a:txBody>
                    <a:bodyPr/>
                    <a:lstStyle/>
                    <a:p>
                      <a:pPr algn="l">
                        <a:lnSpc>
                          <a:spcPts val="1425"/>
                        </a:lnSpc>
                        <a:buNone/>
                      </a:pPr>
                      <a:r>
                        <a:rPr sz="1800" b="1" i="0" u="none">
                          <a:solidFill>
                            <a:srgbClr val="FFFFFF"/>
                          </a:solidFill>
                          <a:latin typeface="Arial"/>
                          <a:ea typeface="Arial"/>
                          <a:cs typeface="Arial"/>
                        </a:rPr>
                        <a:t>End-user</a:t>
                      </a:r>
                      <a:r>
                        <a:rPr sz="1800" b="1" i="0">
                          <a:solidFill>
                            <a:srgbClr val="FFFFFF"/>
                          </a:solidFill>
                          <a:latin typeface="Arial"/>
                          <a:ea typeface="Arial"/>
                          <a:cs typeface="Arial"/>
                        </a:rPr>
                        <a:t>​</a:t>
                      </a:r>
                    </a:p>
                  </a:txBody>
                  <a:tcPr marL="91440" marR="91440" marT="45720" marB="45720" anchor="ctr">
                    <a:lnL w="12700" cmpd="sng">
                      <a:solidFill>
                        <a:srgbClr val="32C4F3"/>
                      </a:solidFill>
                      <a:prstDash val="solid"/>
                    </a:lnL>
                    <a:lnR w="12700" cmpd="sng">
                      <a:solidFill>
                        <a:srgbClr val="FFFFFF"/>
                      </a:solidFill>
                      <a:prstDash val="solid"/>
                    </a:lnR>
                    <a:lnT w="12700" cmpd="sng">
                      <a:solidFill>
                        <a:srgbClr val="32C4F3"/>
                      </a:solidFill>
                      <a:prstDash val="solid"/>
                    </a:lnT>
                    <a:lnB w="19387" cmpd="sng">
                      <a:solidFill>
                        <a:srgbClr val="DFE3E3"/>
                      </a:solidFill>
                      <a:prstDash val="solid"/>
                    </a:lnB>
                    <a:solidFill>
                      <a:srgbClr val="0BA2B3"/>
                    </a:solidFill>
                  </a:tcPr>
                </a:tc>
                <a:tc>
                  <a:txBody>
                    <a:bodyPr/>
                    <a:lstStyle/>
                    <a:p>
                      <a:pPr algn="l">
                        <a:lnSpc>
                          <a:spcPts val="1425"/>
                        </a:lnSpc>
                        <a:buNone/>
                      </a:pPr>
                      <a:r>
                        <a:rPr sz="1800" b="0" i="0" u="none">
                          <a:solidFill>
                            <a:srgbClr val="000000"/>
                          </a:solidFill>
                          <a:latin typeface="Arial"/>
                          <a:ea typeface="Arial"/>
                          <a:cs typeface="Arial"/>
                        </a:rPr>
                        <a:t>AP analyst; AP manager</a:t>
                      </a:r>
                    </a:p>
                  </a:txBody>
                  <a:tcPr marL="91440" marR="91440" marT="45720" marB="45720" anchor="ctr">
                    <a:lnL w="12700" cmpd="sng">
                      <a:solidFill>
                        <a:srgbClr val="FFFFFF"/>
                      </a:solidFill>
                      <a:prstDash val="solid"/>
                    </a:lnL>
                    <a:lnR w="12700" cmpd="sng">
                      <a:solidFill>
                        <a:srgbClr val="32C4F3"/>
                      </a:solidFill>
                      <a:prstDash val="solid"/>
                    </a:lnR>
                    <a:lnT w="12700" cmpd="sng">
                      <a:solidFill>
                        <a:srgbClr val="32C4F3"/>
                      </a:solidFill>
                      <a:prstDash val="solid"/>
                    </a:lnT>
                    <a:lnB w="19387" cmpd="sng">
                      <a:solidFill>
                        <a:srgbClr val="DFE3E3"/>
                      </a:solidFill>
                      <a:prstDash val="solid"/>
                    </a:lnB>
                    <a:solidFill>
                      <a:srgbClr val="0BA2B3"/>
                    </a:solidFill>
                  </a:tcPr>
                </a:tc>
              </a:tr>
              <a:tr h="997533">
                <a:tc>
                  <a:txBody>
                    <a:bodyPr/>
                    <a:lstStyle/>
                    <a:p>
                      <a:pPr algn="l">
                        <a:lnSpc>
                          <a:spcPts val="1425"/>
                        </a:lnSpc>
                        <a:buNone/>
                      </a:pPr>
                      <a:r>
                        <a:rPr sz="1800" b="1" i="0" u="none">
                          <a:solidFill>
                            <a:srgbClr val="FFFFFF"/>
                          </a:solidFill>
                          <a:latin typeface="Arial"/>
                          <a:ea typeface="Arial"/>
                          <a:cs typeface="Arial"/>
                        </a:rPr>
                        <a:t>User department</a:t>
                      </a:r>
                      <a:r>
                        <a:rPr sz="1800" b="0" i="0">
                          <a:solidFill>
                            <a:srgbClr val="000000"/>
                          </a:solidFill>
                          <a:latin typeface="Arial"/>
                          <a:ea typeface="Arial"/>
                          <a:cs typeface="Arial"/>
                        </a:rPr>
                        <a:t>​</a:t>
                      </a:r>
                    </a:p>
                  </a:txBody>
                  <a:tcPr marL="91440" marR="91440" marT="45720" marB="45720" anchor="ctr">
                    <a:lnL w="12700" cmpd="sng">
                      <a:solidFill>
                        <a:srgbClr val="32C4F3"/>
                      </a:solidFill>
                      <a:prstDash val="solid"/>
                    </a:lnL>
                    <a:lnR w="12700" cmpd="sng">
                      <a:solidFill>
                        <a:srgbClr val="FFFFFF"/>
                      </a:solidFill>
                      <a:prstDash val="solid"/>
                    </a:lnR>
                    <a:lnT w="19387" cmpd="sng">
                      <a:solidFill>
                        <a:srgbClr val="DFE3E3"/>
                      </a:solidFill>
                      <a:prstDash val="solid"/>
                    </a:lnT>
                    <a:lnB w="19387" cmpd="sng">
                      <a:solidFill>
                        <a:srgbClr val="DFE3E3"/>
                      </a:solidFill>
                      <a:prstDash val="solid"/>
                    </a:lnB>
                    <a:solidFill>
                      <a:srgbClr val="0BA2B3"/>
                    </a:solidFill>
                  </a:tcPr>
                </a:tc>
                <a:tc>
                  <a:txBody>
                    <a:bodyPr/>
                    <a:lstStyle/>
                    <a:p>
                      <a:pPr algn="l">
                        <a:lnSpc>
                          <a:spcPts val="1425"/>
                        </a:lnSpc>
                        <a:buNone/>
                      </a:pPr>
                      <a:r>
                        <a:rPr sz="1800" b="0" i="0" u="none">
                          <a:solidFill>
                            <a:srgbClr val="000000"/>
                          </a:solidFill>
                          <a:latin typeface="Arial"/>
                          <a:ea typeface="Arial"/>
                          <a:cs typeface="Arial"/>
                        </a:rPr>
                        <a:t>Finance / AP / Procure-to-Pay</a:t>
                      </a:r>
                    </a:p>
                  </a:txBody>
                  <a:tcPr marL="91440" marR="91440" marT="45720" marB="45720" anchor="ctr">
                    <a:lnL w="12700" cmpd="sng">
                      <a:solidFill>
                        <a:srgbClr val="FFFFFF"/>
                      </a:solidFill>
                      <a:prstDash val="solid"/>
                    </a:lnL>
                    <a:lnR w="12700" cmpd="sng">
                      <a:solidFill>
                        <a:srgbClr val="32C4F3"/>
                      </a:solidFill>
                      <a:prstDash val="solid"/>
                    </a:lnR>
                    <a:lnT w="19387" cmpd="sng">
                      <a:solidFill>
                        <a:srgbClr val="DFE3E3"/>
                      </a:solidFill>
                      <a:prstDash val="solid"/>
                    </a:lnT>
                    <a:lnB w="19387" cmpd="sng">
                      <a:solidFill>
                        <a:srgbClr val="DFE3E3"/>
                      </a:solidFill>
                      <a:prstDash val="solid"/>
                    </a:lnB>
                    <a:solidFill>
                      <a:srgbClr val="0BA2B3"/>
                    </a:solidFill>
                  </a:tcPr>
                </a:tc>
              </a:tr>
              <a:tr h="997533">
                <a:tc>
                  <a:txBody>
                    <a:bodyPr/>
                    <a:lstStyle/>
                    <a:p>
                      <a:pPr algn="l">
                        <a:lnSpc>
                          <a:spcPts val="1425"/>
                        </a:lnSpc>
                        <a:buNone/>
                      </a:pPr>
                      <a:r>
                        <a:rPr sz="1800" b="1" i="0" u="none">
                          <a:solidFill>
                            <a:srgbClr val="FFFFFF"/>
                          </a:solidFill>
                          <a:latin typeface="Arial"/>
                          <a:ea typeface="Arial"/>
                          <a:cs typeface="Arial"/>
                        </a:rPr>
                        <a:t>Industries</a:t>
                      </a:r>
                      <a:r>
                        <a:rPr sz="1800" b="0" i="0">
                          <a:solidFill>
                            <a:srgbClr val="000000"/>
                          </a:solidFill>
                          <a:latin typeface="Arial"/>
                          <a:ea typeface="Arial"/>
                          <a:cs typeface="Arial"/>
                        </a:rPr>
                        <a:t>​</a:t>
                      </a:r>
                    </a:p>
                  </a:txBody>
                  <a:tcPr marL="91440" marR="91440" marT="45720" marB="45720" anchor="ctr">
                    <a:lnL w="12700" cmpd="sng">
                      <a:solidFill>
                        <a:srgbClr val="32C4F3"/>
                      </a:solidFill>
                      <a:prstDash val="solid"/>
                    </a:lnL>
                    <a:lnR w="12700" cmpd="sng">
                      <a:solidFill>
                        <a:srgbClr val="FFFFFF"/>
                      </a:solidFill>
                      <a:prstDash val="solid"/>
                    </a:lnR>
                    <a:lnT w="19387" cmpd="sng">
                      <a:solidFill>
                        <a:srgbClr val="DFE3E3"/>
                      </a:solidFill>
                      <a:prstDash val="solid"/>
                    </a:lnT>
                    <a:lnB w="19387" cmpd="sng">
                      <a:solidFill>
                        <a:srgbClr val="DFE3E3"/>
                      </a:solidFill>
                      <a:prstDash val="solid"/>
                    </a:lnB>
                    <a:solidFill>
                      <a:srgbClr val="0BA2B3"/>
                    </a:solidFill>
                  </a:tcPr>
                </a:tc>
                <a:tc>
                  <a:txBody>
                    <a:bodyPr/>
                    <a:lstStyle/>
                    <a:p>
                      <a:pPr algn="l">
                        <a:lnSpc>
                          <a:spcPts val="1425"/>
                        </a:lnSpc>
                        <a:buNone/>
                      </a:pPr>
                      <a:r>
                        <a:rPr sz="1800" b="0" i="0" u="none">
                          <a:solidFill>
                            <a:srgbClr val="000000"/>
                          </a:solidFill>
                          <a:latin typeface="Arial"/>
                          <a:ea typeface="Arial"/>
                          <a:cs typeface="Arial"/>
                        </a:rPr>
                        <a:t>PO-backed supplier invoices</a:t>
                      </a:r>
                    </a:p>
                  </a:txBody>
                  <a:tcPr marL="91440" marR="91440" marT="45720" marB="45720" anchor="ctr">
                    <a:lnL w="12700" cmpd="sng">
                      <a:solidFill>
                        <a:srgbClr val="FFFFFF"/>
                      </a:solidFill>
                      <a:prstDash val="solid"/>
                    </a:lnL>
                    <a:lnR w="12700" cmpd="sng">
                      <a:solidFill>
                        <a:srgbClr val="32C4F3"/>
                      </a:solidFill>
                      <a:prstDash val="solid"/>
                    </a:lnR>
                    <a:lnT w="19387" cmpd="sng">
                      <a:solidFill>
                        <a:srgbClr val="DFE3E3"/>
                      </a:solidFill>
                      <a:prstDash val="solid"/>
                    </a:lnT>
                    <a:lnB w="19387" cmpd="sng">
                      <a:solidFill>
                        <a:srgbClr val="DFE3E3"/>
                      </a:solidFill>
                      <a:prstDash val="solid"/>
                    </a:lnB>
                    <a:solidFill>
                      <a:srgbClr val="0BA2B3"/>
                    </a:solidFill>
                  </a:tcPr>
                </a:tc>
              </a:tr>
              <a:tr h="997533">
                <a:tc>
                  <a:txBody>
                    <a:bodyPr/>
                    <a:lstStyle/>
                    <a:p>
                      <a:pPr algn="l">
                        <a:lnSpc>
                          <a:spcPts val="1425"/>
                        </a:lnSpc>
                        <a:buNone/>
                      </a:pPr>
                      <a:r>
                        <a:rPr sz="1800" b="1" i="0" u="none">
                          <a:solidFill>
                            <a:srgbClr val="FFFFFF"/>
                          </a:solidFill>
                          <a:latin typeface="Arial"/>
                          <a:ea typeface="Arial"/>
                          <a:cs typeface="Arial"/>
                        </a:rPr>
                        <a:t>UiPath products used</a:t>
                      </a:r>
                      <a:r>
                        <a:rPr sz="1800" b="0" i="0">
                          <a:solidFill>
                            <a:srgbClr val="000000"/>
                          </a:solidFill>
                          <a:latin typeface="Arial"/>
                          <a:ea typeface="Arial"/>
                          <a:cs typeface="Arial"/>
                        </a:rPr>
                        <a:t>​</a:t>
                      </a:r>
                    </a:p>
                  </a:txBody>
                  <a:tcPr marL="91440" marR="91440" marT="45720" marB="45720" anchor="ctr">
                    <a:lnL w="12700" cmpd="sng">
                      <a:solidFill>
                        <a:srgbClr val="32C4F3"/>
                      </a:solidFill>
                      <a:prstDash val="solid"/>
                    </a:lnL>
                    <a:lnR w="12700" cmpd="sng">
                      <a:solidFill>
                        <a:srgbClr val="FFFFFF"/>
                      </a:solidFill>
                      <a:prstDash val="solid"/>
                    </a:lnR>
                    <a:lnT w="19387" cmpd="sng">
                      <a:solidFill>
                        <a:srgbClr val="DFE3E3"/>
                      </a:solidFill>
                      <a:prstDash val="solid"/>
                    </a:lnT>
                    <a:lnB w="19387" cmpd="sng">
                      <a:solidFill>
                        <a:srgbClr val="DFE3E3"/>
                      </a:solidFill>
                      <a:prstDash val="solid"/>
                    </a:lnB>
                    <a:solidFill>
                      <a:srgbClr val="0BA2B3"/>
                    </a:solidFill>
                  </a:tcPr>
                </a:tc>
                <a:tc>
                  <a:txBody>
                    <a:bodyPr/>
                    <a:lstStyle/>
                    <a:p>
                      <a:pPr algn="l">
                        <a:lnSpc>
                          <a:spcPts val="1425"/>
                        </a:lnSpc>
                        <a:buNone/>
                      </a:pPr>
                      <a:r>
                        <a:rPr sz="1800" b="0" i="0" u="none">
                          <a:solidFill>
                            <a:srgbClr val="000000"/>
                          </a:solidFill>
                          <a:latin typeface="Arial"/>
                          <a:ea typeface="Arial"/>
                          <a:cs typeface="Arial"/>
                        </a:rPr>
                        <a:t>Studio Web; Maestro; Action Center; Automation Cloud</a:t>
                      </a:r>
                    </a:p>
                  </a:txBody>
                  <a:tcPr marL="91440" marR="91440" marT="45720" marB="45720" anchor="ctr">
                    <a:lnL w="12700" cmpd="sng">
                      <a:solidFill>
                        <a:srgbClr val="FFFFFF"/>
                      </a:solidFill>
                      <a:prstDash val="solid"/>
                    </a:lnL>
                    <a:lnR w="12700" cmpd="sng">
                      <a:solidFill>
                        <a:srgbClr val="32C4F3"/>
                      </a:solidFill>
                      <a:prstDash val="solid"/>
                    </a:lnR>
                    <a:lnT w="19387" cmpd="sng">
                      <a:solidFill>
                        <a:srgbClr val="DFE3E3"/>
                      </a:solidFill>
                      <a:prstDash val="solid"/>
                    </a:lnT>
                    <a:lnB w="19387" cmpd="sng">
                      <a:solidFill>
                        <a:srgbClr val="DFE3E3"/>
                      </a:solidFill>
                      <a:prstDash val="solid"/>
                    </a:lnB>
                    <a:solidFill>
                      <a:srgbClr val="0BA2B3"/>
                    </a:solidFill>
                  </a:tcPr>
                </a:tc>
              </a:tr>
              <a:tr h="1001605">
                <a:tc>
                  <a:txBody>
                    <a:bodyPr/>
                    <a:lstStyle/>
                    <a:p>
                      <a:pPr algn="l">
                        <a:lnSpc>
                          <a:spcPts val="1425"/>
                        </a:lnSpc>
                        <a:buNone/>
                      </a:pPr>
                      <a:r>
                        <a:rPr sz="1800" b="1" i="0" u="none">
                          <a:solidFill>
                            <a:srgbClr val="FFFFFF"/>
                          </a:solidFill>
                          <a:latin typeface="Arial"/>
                          <a:ea typeface="Arial"/>
                          <a:cs typeface="Arial"/>
                        </a:rPr>
                        <a:t>Other - integrations / APIs / technologies used</a:t>
                      </a:r>
                      <a:r>
                        <a:rPr sz="1800" b="0" i="0">
                          <a:solidFill>
                            <a:srgbClr val="000000"/>
                          </a:solidFill>
                          <a:latin typeface="Arial"/>
                          <a:ea typeface="Arial"/>
                          <a:cs typeface="Arial"/>
                        </a:rPr>
                        <a:t>​</a:t>
                      </a:r>
                    </a:p>
                  </a:txBody>
                  <a:tcPr marL="91440" marR="91440" marT="45720" marB="45720" anchor="ctr">
                    <a:lnL w="12700" cmpd="sng">
                      <a:solidFill>
                        <a:srgbClr val="32C4F3"/>
                      </a:solidFill>
                      <a:prstDash val="solid"/>
                    </a:lnL>
                    <a:lnR w="12700" cmpd="sng">
                      <a:solidFill>
                        <a:srgbClr val="FFFFFF"/>
                      </a:solidFill>
                      <a:prstDash val="solid"/>
                    </a:lnR>
                    <a:lnT w="19387" cmpd="sng">
                      <a:solidFill>
                        <a:srgbClr val="DFE3E3"/>
                      </a:solidFill>
                      <a:prstDash val="solid"/>
                    </a:lnT>
                    <a:lnB w="12700" cmpd="sng">
                      <a:solidFill>
                        <a:srgbClr val="32C4F3"/>
                      </a:solidFill>
                      <a:prstDash val="solid"/>
                    </a:lnB>
                    <a:solidFill>
                      <a:srgbClr val="0BA2B3"/>
                    </a:solidFill>
                  </a:tcPr>
                </a:tc>
                <a:tc>
                  <a:txBody>
                    <a:bodyPr/>
                    <a:lstStyle/>
                    <a:p>
                      <a:pPr algn="l">
                        <a:lnSpc>
                          <a:spcPts val="1425"/>
                        </a:lnSpc>
                        <a:buNone/>
                      </a:pPr>
                      <a:r>
                        <a:rPr sz="1800" b="0" i="0" u="none">
                          <a:solidFill>
                            <a:srgbClr val="000000"/>
                          </a:solidFill>
                          <a:latin typeface="Arial"/>
                          <a:ea typeface="Arial"/>
                          <a:cs typeface="Arial"/>
                        </a:rPr>
                        <a:t>Python; FastAPI; pytest; OpenAPI; Codex</a:t>
                      </a:r>
                    </a:p>
                  </a:txBody>
                  <a:tcPr marL="91440" marR="91440" marT="45720" marB="45720" anchor="ctr">
                    <a:lnL w="12700" cmpd="sng">
                      <a:solidFill>
                        <a:srgbClr val="FFFFFF"/>
                      </a:solidFill>
                      <a:prstDash val="solid"/>
                    </a:lnL>
                    <a:lnR w="12700" cmpd="sng">
                      <a:solidFill>
                        <a:srgbClr val="32C4F3"/>
                      </a:solidFill>
                      <a:prstDash val="solid"/>
                    </a:lnR>
                    <a:lnT w="19387" cmpd="sng">
                      <a:solidFill>
                        <a:srgbClr val="DFE3E3"/>
                      </a:solidFill>
                      <a:prstDash val="solid"/>
                    </a:lnT>
                    <a:lnB w="12700" cmpd="sng">
                      <a:solidFill>
                        <a:srgbClr val="32C4F3"/>
                      </a:solidFill>
                      <a:prstDash val="solid"/>
                    </a:lnB>
                    <a:solidFill>
                      <a:srgbClr val="0BA2B3"/>
                    </a:solidFill>
                  </a:tcPr>
                </a:tc>
              </a:tr>
            </a:tbl>
          </a:graphicData>
        </a:graphic>
      </p:graphicFrame>
      <p:sp>
        <p:nvSpPr>
          <p:cNvPr id="5" name="Rectangle 1">
            <a:extLst xmlns:a="http://schemas.openxmlformats.org/drawingml/2006/main">
              <a:ext uri="{FF2B5EF4-FFF2-40B4-BE49-F238E27FC236}">
                <a16:creationId xmlns:a16="http://schemas.microsoft.com/office/drawing/2014/main" id="{FDDB8F6C-6FD2-1712-F7ED-DE2D595FD1C3}"/>
              </a:ext>
            </a:extLst>
          </p:cNvPr>
          <p:cNvSpPr>
            <a:spLocks xmlns:a="http://schemas.openxmlformats.org/drawingml/2006/main" noGrp="1"/>
          </p:cNvSpPr>
          <p:nvPr/>
        </p:nvSpPr>
        <p:spPr>
          <a:xfrm xmlns:a="http://schemas.openxmlformats.org/drawingml/2006/main">
            <a:off x="359999" y="859929"/>
            <a:ext cx="10398312" cy="64633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ctr">
            <a:spAutoFit/>
          </a:bodyPr>
          <a:lstStyle xmlns:a="http://schemas.openxmlformats.org/drawingml/2006/main">
            <a:lvl1pPr>
              <a:spcBef>
                <a:spcPts val="0"/>
              </a:spcBef>
              <a:spcAft>
                <a:spcPts val="0"/>
              </a:spcAft>
              <a:buNone/>
              <a:defRPr>
                <a:solidFill>
                  <a:schemeClr val="tx1"/>
                </a:solidFill>
                <a:latin typeface="Arial"/>
                <a:ea typeface="Arial"/>
                <a:cs typeface="Arial"/>
              </a:defRPr>
            </a:lvl1pPr>
            <a:lvl2pPr marL="457200">
              <a:spcBef>
                <a:spcPts val="0"/>
              </a:spcBef>
              <a:spcAft>
                <a:spcPts val="0"/>
              </a:spcAft>
              <a:buNone/>
              <a:defRPr>
                <a:solidFill>
                  <a:schemeClr val="tx1"/>
                </a:solidFill>
                <a:latin typeface="Arial"/>
                <a:ea typeface="Arial"/>
                <a:cs typeface="Arial"/>
              </a:defRPr>
            </a:lvl2pPr>
            <a:lvl3pPr marL="914400">
              <a:spcBef>
                <a:spcPts val="0"/>
              </a:spcBef>
              <a:spcAft>
                <a:spcPts val="0"/>
              </a:spcAft>
              <a:buNone/>
              <a:defRPr>
                <a:solidFill>
                  <a:schemeClr val="tx1"/>
                </a:solidFill>
                <a:latin typeface="Arial"/>
                <a:ea typeface="Arial"/>
                <a:cs typeface="Arial"/>
              </a:defRPr>
            </a:lvl3pPr>
            <a:lvl4pPr marL="1371600">
              <a:spcBef>
                <a:spcPts val="0"/>
              </a:spcBef>
              <a:spcAft>
                <a:spcPts val="0"/>
              </a:spcAft>
              <a:buNone/>
              <a:defRPr>
                <a:solidFill>
                  <a:schemeClr val="tx1"/>
                </a:solidFill>
                <a:latin typeface="Arial"/>
                <a:ea typeface="Arial"/>
                <a:cs typeface="Arial"/>
              </a:defRPr>
            </a:lvl4pPr>
            <a:lvl5pPr marL="1828800">
              <a:spcBef>
                <a:spcPts val="0"/>
              </a:spcBef>
              <a:spcAft>
                <a:spcPts val="0"/>
              </a:spcAft>
              <a:buNone/>
              <a:defRPr>
                <a:solidFill>
                  <a:schemeClr val="tx1"/>
                </a:solidFill>
                <a:latin typeface="Arial"/>
                <a:ea typeface="Arial"/>
                <a:cs typeface="Arial"/>
              </a:defRPr>
            </a:lvl5pPr>
            <a:lvl6pPr marL="2286000">
              <a:spcBef>
                <a:spcPts val="0"/>
              </a:spcBef>
              <a:spcAft>
                <a:spcPts val="0"/>
              </a:spcAft>
              <a:buNone/>
              <a:defRPr>
                <a:solidFill>
                  <a:schemeClr val="tx1"/>
                </a:solidFill>
                <a:latin typeface="Arial"/>
                <a:ea typeface="Arial"/>
                <a:cs typeface="Arial"/>
              </a:defRPr>
            </a:lvl6pPr>
            <a:lvl7pPr marL="2743200">
              <a:spcBef>
                <a:spcPts val="0"/>
              </a:spcBef>
              <a:spcAft>
                <a:spcPts val="0"/>
              </a:spcAft>
              <a:buNone/>
              <a:defRPr>
                <a:solidFill>
                  <a:schemeClr val="tx1"/>
                </a:solidFill>
                <a:latin typeface="Arial"/>
                <a:ea typeface="Arial"/>
                <a:cs typeface="Arial"/>
              </a:defRPr>
            </a:lvl7pPr>
            <a:lvl8pPr marL="3200400">
              <a:spcBef>
                <a:spcPts val="0"/>
              </a:spcBef>
              <a:spcAft>
                <a:spcPts val="0"/>
              </a:spcAft>
              <a:buNone/>
              <a:defRPr>
                <a:solidFill>
                  <a:schemeClr val="tx1"/>
                </a:solidFill>
                <a:latin typeface="Arial"/>
                <a:ea typeface="Arial"/>
                <a:cs typeface="Arial"/>
              </a:defRPr>
            </a:lvl8pPr>
            <a:lvl9pPr marL="3657600">
              <a:spcBef>
                <a:spcPts val="0"/>
              </a:spcBef>
              <a:spcAft>
                <a:spcPts val="0"/>
              </a:spcAft>
              <a:buNone/>
              <a:defRPr>
                <a:solidFill>
                  <a:schemeClr val="tx1"/>
                </a:solidFill>
                <a:latin typeface="Arial"/>
                <a:ea typeface="Arial"/>
                <a:cs typeface="Arial"/>
              </a:defRPr>
            </a:lvl9pPr>
          </a:lstStyle>
          <a:p xmlns:a="http://schemas.openxmlformats.org/drawingml/2006/main">
            <a:pPr marL="0" indent="0" algn="l">
              <a:lnSpc>
                <a:spcPct val="100000"/>
              </a:lnSpc>
              <a:spcBef>
                <a:spcPts val="0"/>
              </a:spcBef>
              <a:spcAft>
                <a:spcPts val="0"/>
              </a:spcAft>
              <a:buNone/>
            </a:pPr>
            <a:r>
              <a:rPr sz="1800" b="0" i="0" u="none" cap="none">
                <a:ln>
                  <a:noFill/>
                </a:ln>
                <a:solidFill>
                  <a:srgbClr val="000000"/>
                </a:solidFill>
                <a:latin typeface="Times New Roman"/>
                <a:ea typeface="Times New Roman"/>
                <a:cs typeface="Times New Roman"/>
              </a:rPr>
              <a:t> </a:t>
            </a:r>
          </a:p>
          <a:p xmlns:a="http://schemas.openxmlformats.org/drawingml/2006/main">
            <a:pPr marL="0" indent="0" algn="l">
              <a:lnSpc>
                <a:spcPct val="100000"/>
              </a:lnSpc>
              <a:spcBef>
                <a:spcPts val="0"/>
              </a:spcBef>
              <a:spcAft>
                <a:spcPts val="0"/>
              </a:spcAft>
              <a:buNone/>
            </a:pPr>
          </a:p>
        </p:txBody>
      </p:sp>
      <p:sp>
        <p:nvSpPr>
          <p:cNvPr id="6" name="Text Placeholder 25">
            <a:extLst xmlns:a="http://schemas.openxmlformats.org/drawingml/2006/main">
              <a:ext uri="{FF2B5EF4-FFF2-40B4-BE49-F238E27FC236}">
                <a16:creationId xmlns:a16="http://schemas.microsoft.com/office/drawing/2014/main" id="{529D93D7-AC19-31FD-0A31-FCBFBA9AFD4D}"/>
              </a:ext>
            </a:extLst>
          </p:cNvPr>
          <p:cNvSpPr>
            <a:spLocks xmlns:a="http://schemas.openxmlformats.org/drawingml/2006/main" noGrp="1"/>
          </p:cNvSpPr>
          <p:nvPr/>
        </p:nvSpPr>
        <p:spPr>
          <a:xfrm xmlns:a="http://schemas.openxmlformats.org/drawingml/2006/main">
            <a:off x="6422266" y="770263"/>
            <a:ext cx="5497831" cy="489737"/>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marL="0" indent="0" algn="l">
              <a:lnSpc>
                <a:spcPct val="90000"/>
              </a:lnSpc>
              <a:spcBef>
                <a:spcPts val="500"/>
              </a:spcBef>
              <a:buNone/>
              <a:defRPr sz="2000" b="1" spc="-30">
                <a:solidFill>
                  <a:schemeClr val="tx1"/>
                </a:solidFill>
                <a:latin typeface="Arial"/>
                <a:ea typeface="Arial"/>
                <a:cs typeface="Arial"/>
              </a:defRPr>
            </a:lvl1pPr>
            <a:lvl2pPr marL="174625" indent="-174625" algn="l">
              <a:spcBef>
                <a:spcPts val="0"/>
              </a:spcBef>
              <a:buChar char="•"/>
              <a:defRPr sz="1500" b="0" spc="-30">
                <a:solidFill>
                  <a:schemeClr val="tx1"/>
                </a:solidFill>
                <a:latin typeface="Arial"/>
                <a:ea typeface="Arial"/>
                <a:cs typeface="Arial"/>
              </a:defRPr>
            </a:lvl2pPr>
            <a:lvl3pPr marL="339725" indent="-165100" algn="l">
              <a:spcBef>
                <a:spcPts val="0"/>
              </a:spcBef>
              <a:buChar char="-"/>
              <a:defRPr sz="1500" b="0" spc="-30">
                <a:solidFill>
                  <a:schemeClr val="tx1"/>
                </a:solidFill>
                <a:latin typeface="Arial"/>
                <a:ea typeface="Arial"/>
                <a:cs typeface="Arial"/>
              </a:defRPr>
            </a:lvl3pPr>
            <a:lvl4pPr marL="512763" indent="-173038" algn="l">
              <a:spcBef>
                <a:spcPts val="0"/>
              </a:spcBef>
              <a:buChar char="•"/>
              <a:defRPr sz="1500" b="0" spc="-30">
                <a:solidFill>
                  <a:schemeClr val="tx1"/>
                </a:solidFill>
                <a:latin typeface="Arial"/>
                <a:ea typeface="Arial"/>
                <a:cs typeface="Arial"/>
              </a:defRPr>
            </a:lvl4pPr>
            <a:lvl5pPr marL="687388" indent="-174625" algn="l">
              <a:spcBef>
                <a:spcPts val="0"/>
              </a:spcBef>
              <a:buChar char="-"/>
              <a:defRPr sz="1500" b="0" spc="-30">
                <a:solidFill>
                  <a:schemeClr val="tx1"/>
                </a:solidFill>
                <a:latin typeface="Arial"/>
                <a:ea typeface="Arial"/>
                <a:cs typeface="Arial"/>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a:lstStyle>
          <a:p xmlns:a="http://schemas.openxmlformats.org/drawingml/2006/main">
            <a:r>
              <a:rPr>
                <a:solidFill>
                  <a:schemeClr val="bg1"/>
                </a:solidFill>
              </a:rPr>
              <a:t>Benefits, impact and outcomes</a:t>
            </a:r>
          </a:p>
        </p:txBody>
      </p:sp>
      <p:sp>
        <p:nvSpPr>
          <p:cNvPr id="7" name="Content Placeholder 32">
            <a:extLst xmlns:a="http://schemas.openxmlformats.org/drawingml/2006/main">
              <a:ext uri="{FF2B5EF4-FFF2-40B4-BE49-F238E27FC236}">
                <a16:creationId xmlns:a16="http://schemas.microsoft.com/office/drawing/2014/main" id="{AFAA334A-A9E5-9A6B-D433-4770703EF4AD}"/>
              </a:ext>
            </a:extLst>
          </p:cNvPr>
          <p:cNvSpPr>
            <a:spLocks xmlns:a="http://schemas.openxmlformats.org/drawingml/2006/main" noGrp="1"/>
          </p:cNvSpPr>
          <p:nvPr/>
        </p:nvSpPr>
        <p:spPr>
          <a:xfrm xmlns:a="http://schemas.openxmlformats.org/drawingml/2006/main">
            <a:off x="6318751" y="1506260"/>
            <a:ext cx="5500550" cy="4426764"/>
          </a:xfrm>
          <a:prstGeom xmlns:a="http://schemas.openxmlformats.org/drawingml/2006/main" prst="rect">
            <a:avLst/>
          </a:prstGeom>
        </p:spPr>
        <p:txBody>
          <a:bodyPr xmlns:a="http://schemas.openxmlformats.org/drawingml/2006/main"/>
          <a:lstStyle xmlns:a="http://schemas.openxmlformats.org/drawingml/2006/main">
            <a:lvl1pPr marL="0" indent="0" algn="l">
              <a:spcBef>
                <a:spcPts val="1000"/>
              </a:spcBef>
              <a:buNone/>
              <a:defRPr sz="2000">
                <a:solidFill>
                  <a:schemeClr val="tx1"/>
                </a:solidFill>
                <a:latin typeface="Arial"/>
                <a:ea typeface="Arial"/>
                <a:cs typeface="Arial"/>
              </a:defRPr>
            </a:lvl1pPr>
            <a:lvl2pPr marL="174625" indent="-174625" algn="l">
              <a:spcBef>
                <a:spcPts val="500"/>
              </a:spcBef>
              <a:buChar char="•"/>
              <a:defRPr sz="2000">
                <a:solidFill>
                  <a:schemeClr val="tx1"/>
                </a:solidFill>
                <a:latin typeface="Arial"/>
                <a:ea typeface="Arial"/>
                <a:cs typeface="Arial"/>
              </a:defRPr>
            </a:lvl2pPr>
            <a:lvl3pPr marL="339725" indent="-165100" algn="l">
              <a:spcBef>
                <a:spcPts val="300"/>
              </a:spcBef>
              <a:buChar char="-"/>
              <a:defRPr sz="2000">
                <a:solidFill>
                  <a:schemeClr val="tx1"/>
                </a:solidFill>
                <a:latin typeface="Arial"/>
                <a:ea typeface="Arial"/>
                <a:cs typeface="Arial"/>
              </a:defRPr>
            </a:lvl3pPr>
            <a:lvl4pPr marL="512763" indent="-173038" algn="l">
              <a:spcBef>
                <a:spcPts val="200"/>
              </a:spcBef>
              <a:buChar char="•"/>
              <a:defRPr sz="2000">
                <a:solidFill>
                  <a:schemeClr val="tx1"/>
                </a:solidFill>
                <a:latin typeface="Arial"/>
                <a:ea typeface="Arial"/>
                <a:cs typeface="Arial"/>
              </a:defRPr>
            </a:lvl4pPr>
            <a:lvl5pPr marL="687388" indent="-174625" algn="l">
              <a:spcBef>
                <a:spcPts val="100"/>
              </a:spcBef>
              <a:buChar char="-"/>
              <a:defRPr sz="2000">
                <a:solidFill>
                  <a:schemeClr val="tx1"/>
                </a:solidFill>
                <a:latin typeface="Arial"/>
                <a:ea typeface="Arial"/>
                <a:cs typeface="Arial"/>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a:lstStyle>
          <a:p xmlns:a="http://schemas.openxmlformats.org/drawingml/2006/main">
            <a:pPr marL="285750" indent="-285750">
              <a:buChar char="•"/>
            </a:pPr>
            <a:r>
              <a:rPr sz="1800" b="0">
                <a:solidFill>
                  <a:schemeClr val="bg1"/>
                </a:solidFill>
              </a:rPr>
              <a:t>- Clean invoices auto-approve.</a:t>
            </a:r>
          </a:p>
          <a:p xmlns:a="http://schemas.openxmlformats.org/drawingml/2006/main">
            <a:pPr marL="285750" indent="-285750">
              <a:buChar char="•"/>
            </a:pPr>
            <a:r>
              <a:rPr sz="1800" b="0">
                <a:solidFill>
                  <a:schemeClr val="bg1"/>
                </a:solidFill>
              </a:rPr>
              <a:t>- Medium exceptions route to AP review.</a:t>
            </a:r>
          </a:p>
          <a:p xmlns:a="http://schemas.openxmlformats.org/drawingml/2006/main">
            <a:pPr marL="285750" indent="-285750">
              <a:buChar char="•"/>
            </a:pPr>
            <a:r>
              <a:rPr sz="1800" b="0">
                <a:solidFill>
                  <a:schemeClr val="bg1"/>
                </a:solidFill>
              </a:rPr>
              <a:t>- High-risk invoices hold for human approval.</a:t>
            </a:r>
          </a:p>
          <a:p xmlns:a="http://schemas.openxmlformats.org/drawingml/2006/main">
            <a:pPr marL="285750" indent="-285750">
              <a:buChar char="•"/>
            </a:pPr>
            <a:r>
              <a:rPr sz="1800" b="0">
                <a:solidFill>
                  <a:schemeClr val="bg1"/>
                </a:solidFill>
              </a:rPr>
              <a:t>- Every result includes reasons, audit summary, flags, and rule version.</a:t>
            </a:r>
          </a:p>
          <a:p xmlns:a="http://schemas.openxmlformats.org/drawingml/2006/main">
            <a:pPr marL="285750" indent="-285750">
              <a:buChar char="•"/>
            </a:pPr>
            <a:r>
              <a:rPr sz="1800" b="0">
                <a:solidFill>
                  <a:schemeClr val="bg1"/>
                </a:solidFill>
              </a:rPr>
              <a:t>- Tests and sample data make the demo reproducible.</a:t>
            </a:r>
          </a:p>
        </p:txBody>
      </p:sp>
      <p:sp>
        <p:nvSpPr>
          <p:cNvPr id="8" name="Text Placeholder 25">
            <a:extLst xmlns:a="http://schemas.openxmlformats.org/drawingml/2006/main">
              <a:ext uri="{FF2B5EF4-FFF2-40B4-BE49-F238E27FC236}">
                <a16:creationId xmlns:a16="http://schemas.microsoft.com/office/drawing/2014/main" id="{41C52358-4F5E-423D-E7FA-F4BB97C68355}"/>
              </a:ext>
            </a:extLst>
          </p:cNvPr>
          <p:cNvSpPr>
            <a:spLocks xmlns:a="http://schemas.openxmlformats.org/drawingml/2006/main" noGrp="1"/>
          </p:cNvSpPr>
          <p:nvPr/>
        </p:nvSpPr>
        <p:spPr>
          <a:xfrm xmlns:a="http://schemas.openxmlformats.org/drawingml/2006/main">
            <a:off x="359999" y="810000"/>
            <a:ext cx="5497831" cy="489737"/>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marL="0" indent="0" algn="l">
              <a:lnSpc>
                <a:spcPct val="90000"/>
              </a:lnSpc>
              <a:spcBef>
                <a:spcPts val="500"/>
              </a:spcBef>
              <a:buNone/>
              <a:defRPr sz="2000" b="1" spc="-30">
                <a:solidFill>
                  <a:schemeClr val="tx1"/>
                </a:solidFill>
                <a:latin typeface="Arial"/>
                <a:ea typeface="Arial"/>
                <a:cs typeface="Arial"/>
              </a:defRPr>
            </a:lvl1pPr>
            <a:lvl2pPr marL="174625" indent="-174625" algn="l">
              <a:spcBef>
                <a:spcPts val="0"/>
              </a:spcBef>
              <a:buChar char="•"/>
              <a:defRPr sz="1500" b="0" spc="-30">
                <a:solidFill>
                  <a:schemeClr val="tx1"/>
                </a:solidFill>
                <a:latin typeface="Arial"/>
                <a:ea typeface="Arial"/>
                <a:cs typeface="Arial"/>
              </a:defRPr>
            </a:lvl2pPr>
            <a:lvl3pPr marL="339725" indent="-165100" algn="l">
              <a:spcBef>
                <a:spcPts val="0"/>
              </a:spcBef>
              <a:buChar char="-"/>
              <a:defRPr sz="1500" b="0" spc="-30">
                <a:solidFill>
                  <a:schemeClr val="tx1"/>
                </a:solidFill>
                <a:latin typeface="Arial"/>
                <a:ea typeface="Arial"/>
                <a:cs typeface="Arial"/>
              </a:defRPr>
            </a:lvl3pPr>
            <a:lvl4pPr marL="512763" indent="-173038" algn="l">
              <a:spcBef>
                <a:spcPts val="0"/>
              </a:spcBef>
              <a:buChar char="•"/>
              <a:defRPr sz="1500" b="0" spc="-30">
                <a:solidFill>
                  <a:schemeClr val="tx1"/>
                </a:solidFill>
                <a:latin typeface="Arial"/>
                <a:ea typeface="Arial"/>
                <a:cs typeface="Arial"/>
              </a:defRPr>
            </a:lvl4pPr>
            <a:lvl5pPr marL="687388" indent="-174625" algn="l">
              <a:spcBef>
                <a:spcPts val="0"/>
              </a:spcBef>
              <a:buChar char="-"/>
              <a:defRPr sz="1500" b="0" spc="-30">
                <a:solidFill>
                  <a:schemeClr val="tx1"/>
                </a:solidFill>
                <a:latin typeface="Arial"/>
                <a:ea typeface="Arial"/>
                <a:cs typeface="Arial"/>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a:lstStyle>
          <a:p xmlns:a="http://schemas.openxmlformats.org/drawingml/2006/main">
            <a:r>
              <a:rPr>
                <a:solidFill>
                  <a:schemeClr val="bg1"/>
                </a:solidFill>
              </a:rPr>
              <a:t>Details</a:t>
            </a:r>
          </a:p>
        </p:txBody>
      </p:sp>
    </p:spTree>
    <p:extLst>
      <p:ext uri="{BB962C8B-B14F-4D97-AF65-F5344CB8AC3E}">
        <p14:creationId xmlns:p14="http://schemas.microsoft.com/office/powerpoint/2010/main" val="9207318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Slide Number">
            <a:extLst xmlns:a="http://schemas.openxmlformats.org/drawingml/2006/main">
              <a:ext uri="{FF2B5EF4-FFF2-40B4-BE49-F238E27FC236}">
                <a16:creationId xmlns:a16="http://schemas.microsoft.com/office/drawing/2014/main" id="{769EFCAF-5C74-EB05-21F5-2D2BC2E0EABB}"/>
              </a:ext>
            </a:extLst>
          </p:cNvPr>
          <p:cNvSpPr>
            <a:spLocks xmlns:a="http://schemas.openxmlformats.org/drawingml/2006/main" noGrp="1"/>
          </p:cNvSpPr>
          <p:nvPr>
            <p:ph type="sldNum" idx="10"/>
          </p:nvPr>
        </p:nvSpPr>
        <p:spPr>
          <a:xfrm xmlns:a="http://schemas.openxmlformats.org/drawingml/2006/main">
            <a:off x="11574470" y="6480000"/>
            <a:ext cx="157094" cy="1538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EE5B3003-2C54-13C6-9832-7637201064DE}" type="slidenum">
              <a:t>5</a:t>
            </a:fld>
          </a:p>
        </p:txBody>
      </p:sp>
      <p:sp>
        <p:nvSpPr>
          <p:cNvPr id="5" name="Rectangle 1">
            <a:extLst xmlns:a="http://schemas.openxmlformats.org/drawingml/2006/main">
              <a:ext uri="{FF2B5EF4-FFF2-40B4-BE49-F238E27FC236}">
                <a16:creationId xmlns:a16="http://schemas.microsoft.com/office/drawing/2014/main" id="{D988C2DD-493B-5D96-F19B-E505FAFF2D0F}"/>
              </a:ext>
            </a:extLst>
          </p:cNvPr>
          <p:cNvSpPr>
            <a:spLocks xmlns:a="http://schemas.openxmlformats.org/drawingml/2006/main" noGrp="1"/>
          </p:cNvSpPr>
          <p:nvPr/>
        </p:nvSpPr>
        <p:spPr>
          <a:xfrm xmlns:a="http://schemas.openxmlformats.org/drawingml/2006/main">
            <a:off x="359999" y="859929"/>
            <a:ext cx="10398312" cy="64633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ctr">
            <a:spAutoFit/>
          </a:bodyPr>
          <a:lstStyle xmlns:a="http://schemas.openxmlformats.org/drawingml/2006/main">
            <a:lvl1pPr>
              <a:spcBef>
                <a:spcPts val="0"/>
              </a:spcBef>
              <a:spcAft>
                <a:spcPts val="0"/>
              </a:spcAft>
              <a:buNone/>
              <a:defRPr>
                <a:solidFill>
                  <a:schemeClr val="tx1"/>
                </a:solidFill>
                <a:latin typeface="Arial"/>
                <a:ea typeface="Arial"/>
                <a:cs typeface="Arial"/>
              </a:defRPr>
            </a:lvl1pPr>
            <a:lvl2pPr marL="457200">
              <a:spcBef>
                <a:spcPts val="0"/>
              </a:spcBef>
              <a:spcAft>
                <a:spcPts val="0"/>
              </a:spcAft>
              <a:buNone/>
              <a:defRPr>
                <a:solidFill>
                  <a:schemeClr val="tx1"/>
                </a:solidFill>
                <a:latin typeface="Arial"/>
                <a:ea typeface="Arial"/>
                <a:cs typeface="Arial"/>
              </a:defRPr>
            </a:lvl2pPr>
            <a:lvl3pPr marL="914400">
              <a:spcBef>
                <a:spcPts val="0"/>
              </a:spcBef>
              <a:spcAft>
                <a:spcPts val="0"/>
              </a:spcAft>
              <a:buNone/>
              <a:defRPr>
                <a:solidFill>
                  <a:schemeClr val="tx1"/>
                </a:solidFill>
                <a:latin typeface="Arial"/>
                <a:ea typeface="Arial"/>
                <a:cs typeface="Arial"/>
              </a:defRPr>
            </a:lvl3pPr>
            <a:lvl4pPr marL="1371600">
              <a:spcBef>
                <a:spcPts val="0"/>
              </a:spcBef>
              <a:spcAft>
                <a:spcPts val="0"/>
              </a:spcAft>
              <a:buNone/>
              <a:defRPr>
                <a:solidFill>
                  <a:schemeClr val="tx1"/>
                </a:solidFill>
                <a:latin typeface="Arial"/>
                <a:ea typeface="Arial"/>
                <a:cs typeface="Arial"/>
              </a:defRPr>
            </a:lvl4pPr>
            <a:lvl5pPr marL="1828800">
              <a:spcBef>
                <a:spcPts val="0"/>
              </a:spcBef>
              <a:spcAft>
                <a:spcPts val="0"/>
              </a:spcAft>
              <a:buNone/>
              <a:defRPr>
                <a:solidFill>
                  <a:schemeClr val="tx1"/>
                </a:solidFill>
                <a:latin typeface="Arial"/>
                <a:ea typeface="Arial"/>
                <a:cs typeface="Arial"/>
              </a:defRPr>
            </a:lvl5pPr>
            <a:lvl6pPr marL="2286000">
              <a:spcBef>
                <a:spcPts val="0"/>
              </a:spcBef>
              <a:spcAft>
                <a:spcPts val="0"/>
              </a:spcAft>
              <a:buNone/>
              <a:defRPr>
                <a:solidFill>
                  <a:schemeClr val="tx1"/>
                </a:solidFill>
                <a:latin typeface="Arial"/>
                <a:ea typeface="Arial"/>
                <a:cs typeface="Arial"/>
              </a:defRPr>
            </a:lvl6pPr>
            <a:lvl7pPr marL="2743200">
              <a:spcBef>
                <a:spcPts val="0"/>
              </a:spcBef>
              <a:spcAft>
                <a:spcPts val="0"/>
              </a:spcAft>
              <a:buNone/>
              <a:defRPr>
                <a:solidFill>
                  <a:schemeClr val="tx1"/>
                </a:solidFill>
                <a:latin typeface="Arial"/>
                <a:ea typeface="Arial"/>
                <a:cs typeface="Arial"/>
              </a:defRPr>
            </a:lvl7pPr>
            <a:lvl8pPr marL="3200400">
              <a:spcBef>
                <a:spcPts val="0"/>
              </a:spcBef>
              <a:spcAft>
                <a:spcPts val="0"/>
              </a:spcAft>
              <a:buNone/>
              <a:defRPr>
                <a:solidFill>
                  <a:schemeClr val="tx1"/>
                </a:solidFill>
                <a:latin typeface="Arial"/>
                <a:ea typeface="Arial"/>
                <a:cs typeface="Arial"/>
              </a:defRPr>
            </a:lvl8pPr>
            <a:lvl9pPr marL="3657600">
              <a:spcBef>
                <a:spcPts val="0"/>
              </a:spcBef>
              <a:spcAft>
                <a:spcPts val="0"/>
              </a:spcAft>
              <a:buNone/>
              <a:defRPr>
                <a:solidFill>
                  <a:schemeClr val="tx1"/>
                </a:solidFill>
                <a:latin typeface="Arial"/>
                <a:ea typeface="Arial"/>
                <a:cs typeface="Arial"/>
              </a:defRPr>
            </a:lvl9pPr>
          </a:lstStyle>
          <a:p xmlns:a="http://schemas.openxmlformats.org/drawingml/2006/main">
            <a:pPr marL="0" indent="0" algn="l">
              <a:lnSpc>
                <a:spcPct val="100000"/>
              </a:lnSpc>
              <a:spcBef>
                <a:spcPts val="0"/>
              </a:spcBef>
              <a:spcAft>
                <a:spcPts val="0"/>
              </a:spcAft>
              <a:buNone/>
            </a:pPr>
            <a:r>
              <a:rPr sz="1800" b="0" i="0" u="none" cap="none">
                <a:ln>
                  <a:noFill/>
                </a:ln>
                <a:solidFill>
                  <a:srgbClr val="000000"/>
                </a:solidFill>
                <a:latin typeface="Times New Roman"/>
                <a:ea typeface="Times New Roman"/>
                <a:cs typeface="Times New Roman"/>
              </a:rPr>
              <a:t> </a:t>
            </a:r>
          </a:p>
          <a:p xmlns:a="http://schemas.openxmlformats.org/drawingml/2006/main">
            <a:pPr marL="0" indent="0" algn="l">
              <a:lnSpc>
                <a:spcPct val="100000"/>
              </a:lnSpc>
              <a:spcBef>
                <a:spcPts val="0"/>
              </a:spcBef>
              <a:spcAft>
                <a:spcPts val="0"/>
              </a:spcAft>
              <a:buNone/>
            </a:pPr>
          </a:p>
        </p:txBody>
      </p:sp>
      <p:sp>
        <p:nvSpPr>
          <p:cNvPr id="2" name="Title 2">
            <a:extLst xmlns:a="http://schemas.openxmlformats.org/drawingml/2006/main">
              <a:ext uri="{FF2B5EF4-FFF2-40B4-BE49-F238E27FC236}">
                <a16:creationId xmlns:a16="http://schemas.microsoft.com/office/drawing/2014/main" id="{E33809C1-421A-FEE4-C2CB-3DA05EF49DDB}"/>
              </a:ext>
            </a:extLst>
          </p:cNvPr>
          <p:cNvSpPr>
            <a:spLocks xmlns:a="http://schemas.openxmlformats.org/drawingml/2006/main" noGrp="1"/>
          </p:cNvSpPr>
          <p:nvPr/>
        </p:nvSpPr>
        <p:spPr>
          <a:xfrm xmlns:a="http://schemas.openxmlformats.org/drawingml/2006/main">
            <a:off x="359999" y="360000"/>
            <a:ext cx="9000000" cy="900000"/>
          </a:xfrm>
          <a:prstGeom xmlns:a="http://schemas.openxmlformats.org/drawingml/2006/main" prst="rect">
            <a:avLst/>
          </a:prstGeom>
        </p:spPr>
        <p:txBody>
          <a:bodyPr xmlns:a="http://schemas.openxmlformats.org/drawingml/2006/main"/>
          <a:lstStyle xmlns:a="http://schemas.openxmlformats.org/drawingml/2006/main">
            <a:lvl1pPr marL="0" indent="0" algn="l">
              <a:lnSpc>
                <a:spcPts val="3000"/>
              </a:lnSpc>
              <a:spcBef>
                <a:spcPts val="0"/>
              </a:spcBef>
              <a:spcAft>
                <a:spcPts val="0"/>
              </a:spcAft>
              <a:buNone/>
              <a:defRPr sz="3000" b="1" i="0" u="none" cap="none" spc="-150">
                <a:solidFill>
                  <a:schemeClr val="bg1"/>
                </a:solidFill>
                <a:latin typeface="Arial"/>
                <a:ea typeface="Arial"/>
                <a:cs typeface="Arial"/>
              </a:defRPr>
            </a:lvl1pPr>
            <a:lvl2pPr marL="0" indent="0" algn="l">
              <a:lnSpc>
                <a:spcPts val="2200"/>
              </a:lnSpc>
              <a:spcBef>
                <a:spcPts val="2200"/>
              </a:spcBef>
              <a:spcAft>
                <a:spcPts val="0"/>
              </a:spcAft>
              <a:buNone/>
              <a:defRPr sz="1900" b="1" i="0" u="none" cap="none" spc="-33">
                <a:solidFill>
                  <a:srgbClr val="000000"/>
                </a:solidFill>
                <a:latin typeface="Arial"/>
                <a:ea typeface="Arial"/>
                <a:cs typeface="Arial"/>
              </a:defRPr>
            </a:lvl2pPr>
            <a:lvl3pPr marL="0" indent="0" algn="l">
              <a:lnSpc>
                <a:spcPts val="2200"/>
              </a:lnSpc>
              <a:spcBef>
                <a:spcPts val="2200"/>
              </a:spcBef>
              <a:spcAft>
                <a:spcPts val="0"/>
              </a:spcAft>
              <a:buNone/>
              <a:defRPr sz="1900" b="1" i="0" u="none" cap="none" spc="-33">
                <a:solidFill>
                  <a:srgbClr val="000000"/>
                </a:solidFill>
                <a:latin typeface="Arial"/>
                <a:ea typeface="Arial"/>
                <a:cs typeface="Arial"/>
              </a:defRPr>
            </a:lvl3pPr>
            <a:lvl4pPr marL="0" indent="0" algn="l">
              <a:lnSpc>
                <a:spcPts val="2200"/>
              </a:lnSpc>
              <a:spcBef>
                <a:spcPts val="2200"/>
              </a:spcBef>
              <a:spcAft>
                <a:spcPts val="0"/>
              </a:spcAft>
              <a:buNone/>
              <a:defRPr sz="1900" b="1" i="0" u="none" cap="none" spc="-33">
                <a:solidFill>
                  <a:srgbClr val="000000"/>
                </a:solidFill>
                <a:latin typeface="Arial"/>
                <a:ea typeface="Arial"/>
                <a:cs typeface="Arial"/>
              </a:defRPr>
            </a:lvl4pPr>
            <a:lvl5pPr marL="0" indent="0" algn="l">
              <a:lnSpc>
                <a:spcPts val="2200"/>
              </a:lnSpc>
              <a:spcBef>
                <a:spcPts val="2200"/>
              </a:spcBef>
              <a:spcAft>
                <a:spcPts val="0"/>
              </a:spcAft>
              <a:buNone/>
              <a:defRPr sz="1900" b="1" i="0" u="none" cap="none" spc="-33">
                <a:solidFill>
                  <a:srgbClr val="000000"/>
                </a:solidFill>
                <a:latin typeface="Arial"/>
                <a:ea typeface="Arial"/>
                <a:cs typeface="Arial"/>
              </a:defRPr>
            </a:lvl5pPr>
            <a:lvl6pPr marL="0" indent="0" algn="l">
              <a:lnSpc>
                <a:spcPts val="2200"/>
              </a:lnSpc>
              <a:spcBef>
                <a:spcPts val="2200"/>
              </a:spcBef>
              <a:spcAft>
                <a:spcPts val="0"/>
              </a:spcAft>
              <a:buNone/>
              <a:defRPr sz="1900" b="1" i="0" u="none" cap="none" spc="-33">
                <a:solidFill>
                  <a:srgbClr val="000000"/>
                </a:solidFill>
                <a:latin typeface="Arial"/>
                <a:ea typeface="Arial"/>
                <a:cs typeface="Arial"/>
              </a:defRPr>
            </a:lvl6pPr>
            <a:lvl7pPr marL="0" indent="0" algn="l">
              <a:lnSpc>
                <a:spcPts val="2200"/>
              </a:lnSpc>
              <a:spcBef>
                <a:spcPts val="2200"/>
              </a:spcBef>
              <a:spcAft>
                <a:spcPts val="0"/>
              </a:spcAft>
              <a:buNone/>
              <a:defRPr sz="1900" b="1" i="0" u="none" cap="none" spc="-33">
                <a:solidFill>
                  <a:srgbClr val="000000"/>
                </a:solidFill>
                <a:latin typeface="Arial"/>
                <a:ea typeface="Arial"/>
                <a:cs typeface="Arial"/>
              </a:defRPr>
            </a:lvl7pPr>
            <a:lvl8pPr marL="0" indent="0" algn="l">
              <a:lnSpc>
                <a:spcPts val="2200"/>
              </a:lnSpc>
              <a:spcBef>
                <a:spcPts val="2200"/>
              </a:spcBef>
              <a:spcAft>
                <a:spcPts val="0"/>
              </a:spcAft>
              <a:buNone/>
              <a:defRPr sz="1900" b="1" i="0" u="none" cap="none" spc="-33">
                <a:solidFill>
                  <a:srgbClr val="000000"/>
                </a:solidFill>
                <a:latin typeface="Arial"/>
                <a:ea typeface="Arial"/>
                <a:cs typeface="Arial"/>
              </a:defRPr>
            </a:lvl8pPr>
            <a:lvl9pPr marL="0" indent="0" algn="l">
              <a:lnSpc>
                <a:spcPts val="2200"/>
              </a:lnSpc>
              <a:spcBef>
                <a:spcPts val="2200"/>
              </a:spcBef>
              <a:spcAft>
                <a:spcPts val="0"/>
              </a:spcAft>
              <a:buNone/>
              <a:defRPr sz="1900" b="1" i="0" u="none" cap="none" spc="-33">
                <a:solidFill>
                  <a:srgbClr val="000000"/>
                </a:solidFill>
                <a:latin typeface="Arial"/>
                <a:ea typeface="Arial"/>
                <a:cs typeface="Arial"/>
              </a:defRPr>
            </a:lvl9pPr>
          </a:lstStyle>
          <a:p xmlns:a="http://schemas.openxmlformats.org/drawingml/2006/main">
            <a:r>
              <a:t>Solution architecture</a:t>
            </a:r>
          </a:p>
        </p:txBody>
      </p:sp>
      <p:sp>
        <p:nvSpPr>
          <p:cNvPr id="4" name="Content Placeholder 32">
            <a:extLst xmlns:a="http://schemas.openxmlformats.org/drawingml/2006/main">
              <a:ext uri="{FF2B5EF4-FFF2-40B4-BE49-F238E27FC236}">
                <a16:creationId xmlns:a16="http://schemas.microsoft.com/office/drawing/2014/main" id="{03A6AAA2-CFF2-6048-0FF5-456004E6B92D}"/>
              </a:ext>
            </a:extLst>
          </p:cNvPr>
          <p:cNvSpPr>
            <a:spLocks xmlns:a="http://schemas.openxmlformats.org/drawingml/2006/main" noGrp="1"/>
          </p:cNvSpPr>
          <p:nvPr/>
        </p:nvSpPr>
        <p:spPr>
          <a:xfrm xmlns:a="http://schemas.openxmlformats.org/drawingml/2006/main">
            <a:off x="359999" y="1506260"/>
            <a:ext cx="11459302" cy="4426764"/>
          </a:xfrm>
          <a:prstGeom xmlns:a="http://schemas.openxmlformats.org/drawingml/2006/main" prst="rect">
            <a:avLst/>
          </a:prstGeom>
        </p:spPr>
        <p:txBody>
          <a:bodyPr xmlns:a="http://schemas.openxmlformats.org/drawingml/2006/main"/>
          <a:lstStyle xmlns:a="http://schemas.openxmlformats.org/drawingml/2006/main">
            <a:lvl1pPr marL="0" indent="0" algn="l">
              <a:spcBef>
                <a:spcPts val="1000"/>
              </a:spcBef>
              <a:buNone/>
              <a:defRPr sz="2000">
                <a:solidFill>
                  <a:schemeClr val="tx1"/>
                </a:solidFill>
                <a:latin typeface="Arial"/>
                <a:ea typeface="Arial"/>
                <a:cs typeface="Arial"/>
              </a:defRPr>
            </a:lvl1pPr>
            <a:lvl2pPr marL="174625" indent="-174625" algn="l">
              <a:spcBef>
                <a:spcPts val="500"/>
              </a:spcBef>
              <a:buChar char="•"/>
              <a:defRPr sz="2000">
                <a:solidFill>
                  <a:schemeClr val="tx1"/>
                </a:solidFill>
                <a:latin typeface="Arial"/>
                <a:ea typeface="Arial"/>
                <a:cs typeface="Arial"/>
              </a:defRPr>
            </a:lvl2pPr>
            <a:lvl3pPr marL="339725" indent="-165100" algn="l">
              <a:spcBef>
                <a:spcPts val="300"/>
              </a:spcBef>
              <a:buChar char="-"/>
              <a:defRPr sz="2000">
                <a:solidFill>
                  <a:schemeClr val="tx1"/>
                </a:solidFill>
                <a:latin typeface="Arial"/>
                <a:ea typeface="Arial"/>
                <a:cs typeface="Arial"/>
              </a:defRPr>
            </a:lvl3pPr>
            <a:lvl4pPr marL="512763" indent="-173038" algn="l">
              <a:spcBef>
                <a:spcPts val="200"/>
              </a:spcBef>
              <a:buChar char="•"/>
              <a:defRPr sz="2000">
                <a:solidFill>
                  <a:schemeClr val="tx1"/>
                </a:solidFill>
                <a:latin typeface="Arial"/>
                <a:ea typeface="Arial"/>
                <a:cs typeface="Arial"/>
              </a:defRPr>
            </a:lvl4pPr>
            <a:lvl5pPr marL="687388" indent="-174625" algn="l">
              <a:spcBef>
                <a:spcPts val="100"/>
              </a:spcBef>
              <a:buChar char="-"/>
              <a:defRPr sz="2000">
                <a:solidFill>
                  <a:schemeClr val="tx1"/>
                </a:solidFill>
                <a:latin typeface="Arial"/>
                <a:ea typeface="Arial"/>
                <a:cs typeface="Arial"/>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a:lstStyle>
          <a:p xmlns:a="http://schemas.openxmlformats.org/drawingml/2006/main">
            <a:r>
              <a:rPr sz="1800" b="0">
                <a:solidFill>
                  <a:schemeClr val="bg1"/>
                </a:solidFill>
              </a:rPr>
              <a:t>1. Invoice JSON intake</a:t>
            </a:r>
          </a:p>
          <a:p xmlns:a="http://schemas.openxmlformats.org/drawingml/2006/main">
            <a:r>
              <a:rPr sz="1800" b="0">
                <a:solidFill>
                  <a:schemeClr val="bg1"/>
                </a:solidFill>
              </a:rPr>
              <a:t>2. UiPath API Workflow calls POST /triage/invoice</a:t>
            </a:r>
          </a:p>
          <a:p xmlns:a="http://schemas.openxmlformats.org/drawingml/2006/main">
            <a:r>
              <a:rPr sz="1800" b="0">
                <a:solidFill>
                  <a:schemeClr val="bg1"/>
                </a:solidFill>
              </a:rPr>
              <a:t>3. Python coded agent evaluates duplicate, tax ID, supplier, PO, amount, terms, and currency rules</a:t>
            </a:r>
          </a:p>
          <a:p xmlns:a="http://schemas.openxmlformats.org/drawingml/2006/main">
            <a:r>
              <a:rPr sz="1800" b="0">
                <a:solidFill>
                  <a:schemeClr val="bg1"/>
                </a:solidFill>
              </a:rPr>
              <a:t>4. Response returns AUTO_APPROVE, REVIEW_REQUIRED, or ESCALATE_TO_HUMAN</a:t>
            </a:r>
          </a:p>
          <a:p xmlns:a="http://schemas.openxmlformats.org/drawingml/2006/main">
            <a:r>
              <a:rPr sz="1800" b="0">
                <a:solidFill>
                  <a:schemeClr val="bg1"/>
                </a:solidFill>
              </a:rPr>
              <a:t>5. Maestro gateway routes to ERP posting, AP review, or Action Center approval</a:t>
            </a:r>
          </a:p>
          <a:p xmlns:a="http://schemas.openxmlformats.org/drawingml/2006/main">
            <a:r>
              <a:rPr sz="1800" b="0">
                <a:solidFill>
                  <a:schemeClr val="bg1"/>
                </a:solidFill>
              </a:rPr>
              <a:t>6. Audit report and case log are preserved</a:t>
            </a:r>
          </a:p>
        </p:txBody>
      </p:sp>
    </p:spTree>
    <p:extLst>
      <p:ext uri="{BB962C8B-B14F-4D97-AF65-F5344CB8AC3E}">
        <p14:creationId xmlns:p14="http://schemas.microsoft.com/office/powerpoint/2010/main" val="210372654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Slide Number">
            <a:extLst xmlns:a="http://schemas.openxmlformats.org/drawingml/2006/main">
              <a:ext uri="{FF2B5EF4-FFF2-40B4-BE49-F238E27FC236}">
                <a16:creationId xmlns:a16="http://schemas.microsoft.com/office/drawing/2014/main" id="{6C4E72B3-93AC-C753-7A84-C1CD66A5B0E1}"/>
              </a:ext>
            </a:extLst>
          </p:cNvPr>
          <p:cNvSpPr>
            <a:spLocks xmlns:a="http://schemas.openxmlformats.org/drawingml/2006/main" noGrp="1"/>
          </p:cNvSpPr>
          <p:nvPr>
            <p:ph type="sldNum" idx="10"/>
          </p:nvPr>
        </p:nvSpPr>
        <p:spPr>
          <a:xfrm xmlns:a="http://schemas.openxmlformats.org/drawingml/2006/main">
            <a:off x="11574470" y="6480000"/>
            <a:ext cx="157094" cy="1538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C630A04-5A25-9E0C-9436-126091DB86B3}" type="slidenum">
              <a:t>6</a:t>
            </a:fld>
          </a:p>
        </p:txBody>
      </p:sp>
      <p:sp>
        <p:nvSpPr>
          <p:cNvPr id="5" name="Rectangle 1">
            <a:extLst xmlns:a="http://schemas.openxmlformats.org/drawingml/2006/main">
              <a:ext uri="{FF2B5EF4-FFF2-40B4-BE49-F238E27FC236}">
                <a16:creationId xmlns:a16="http://schemas.microsoft.com/office/drawing/2014/main" id="{01843E0A-2036-C699-04BE-44B828C31B55}"/>
              </a:ext>
            </a:extLst>
          </p:cNvPr>
          <p:cNvSpPr>
            <a:spLocks xmlns:a="http://schemas.openxmlformats.org/drawingml/2006/main" noGrp="1"/>
          </p:cNvSpPr>
          <p:nvPr/>
        </p:nvSpPr>
        <p:spPr>
          <a:xfrm xmlns:a="http://schemas.openxmlformats.org/drawingml/2006/main">
            <a:off x="359999" y="859929"/>
            <a:ext cx="10398312" cy="64633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ctr">
            <a:spAutoFit/>
          </a:bodyPr>
          <a:lstStyle xmlns:a="http://schemas.openxmlformats.org/drawingml/2006/main">
            <a:lvl1pPr>
              <a:spcBef>
                <a:spcPts val="0"/>
              </a:spcBef>
              <a:spcAft>
                <a:spcPts val="0"/>
              </a:spcAft>
              <a:buNone/>
              <a:defRPr>
                <a:solidFill>
                  <a:schemeClr val="tx1"/>
                </a:solidFill>
                <a:latin typeface="Arial"/>
                <a:ea typeface="Arial"/>
                <a:cs typeface="Arial"/>
              </a:defRPr>
            </a:lvl1pPr>
            <a:lvl2pPr marL="457200">
              <a:spcBef>
                <a:spcPts val="0"/>
              </a:spcBef>
              <a:spcAft>
                <a:spcPts val="0"/>
              </a:spcAft>
              <a:buNone/>
              <a:defRPr>
                <a:solidFill>
                  <a:schemeClr val="tx1"/>
                </a:solidFill>
                <a:latin typeface="Arial"/>
                <a:ea typeface="Arial"/>
                <a:cs typeface="Arial"/>
              </a:defRPr>
            </a:lvl2pPr>
            <a:lvl3pPr marL="914400">
              <a:spcBef>
                <a:spcPts val="0"/>
              </a:spcBef>
              <a:spcAft>
                <a:spcPts val="0"/>
              </a:spcAft>
              <a:buNone/>
              <a:defRPr>
                <a:solidFill>
                  <a:schemeClr val="tx1"/>
                </a:solidFill>
                <a:latin typeface="Arial"/>
                <a:ea typeface="Arial"/>
                <a:cs typeface="Arial"/>
              </a:defRPr>
            </a:lvl3pPr>
            <a:lvl4pPr marL="1371600">
              <a:spcBef>
                <a:spcPts val="0"/>
              </a:spcBef>
              <a:spcAft>
                <a:spcPts val="0"/>
              </a:spcAft>
              <a:buNone/>
              <a:defRPr>
                <a:solidFill>
                  <a:schemeClr val="tx1"/>
                </a:solidFill>
                <a:latin typeface="Arial"/>
                <a:ea typeface="Arial"/>
                <a:cs typeface="Arial"/>
              </a:defRPr>
            </a:lvl4pPr>
            <a:lvl5pPr marL="1828800">
              <a:spcBef>
                <a:spcPts val="0"/>
              </a:spcBef>
              <a:spcAft>
                <a:spcPts val="0"/>
              </a:spcAft>
              <a:buNone/>
              <a:defRPr>
                <a:solidFill>
                  <a:schemeClr val="tx1"/>
                </a:solidFill>
                <a:latin typeface="Arial"/>
                <a:ea typeface="Arial"/>
                <a:cs typeface="Arial"/>
              </a:defRPr>
            </a:lvl5pPr>
            <a:lvl6pPr marL="2286000">
              <a:spcBef>
                <a:spcPts val="0"/>
              </a:spcBef>
              <a:spcAft>
                <a:spcPts val="0"/>
              </a:spcAft>
              <a:buNone/>
              <a:defRPr>
                <a:solidFill>
                  <a:schemeClr val="tx1"/>
                </a:solidFill>
                <a:latin typeface="Arial"/>
                <a:ea typeface="Arial"/>
                <a:cs typeface="Arial"/>
              </a:defRPr>
            </a:lvl6pPr>
            <a:lvl7pPr marL="2743200">
              <a:spcBef>
                <a:spcPts val="0"/>
              </a:spcBef>
              <a:spcAft>
                <a:spcPts val="0"/>
              </a:spcAft>
              <a:buNone/>
              <a:defRPr>
                <a:solidFill>
                  <a:schemeClr val="tx1"/>
                </a:solidFill>
                <a:latin typeface="Arial"/>
                <a:ea typeface="Arial"/>
                <a:cs typeface="Arial"/>
              </a:defRPr>
            </a:lvl7pPr>
            <a:lvl8pPr marL="3200400">
              <a:spcBef>
                <a:spcPts val="0"/>
              </a:spcBef>
              <a:spcAft>
                <a:spcPts val="0"/>
              </a:spcAft>
              <a:buNone/>
              <a:defRPr>
                <a:solidFill>
                  <a:schemeClr val="tx1"/>
                </a:solidFill>
                <a:latin typeface="Arial"/>
                <a:ea typeface="Arial"/>
                <a:cs typeface="Arial"/>
              </a:defRPr>
            </a:lvl8pPr>
            <a:lvl9pPr marL="3657600">
              <a:spcBef>
                <a:spcPts val="0"/>
              </a:spcBef>
              <a:spcAft>
                <a:spcPts val="0"/>
              </a:spcAft>
              <a:buNone/>
              <a:defRPr>
                <a:solidFill>
                  <a:schemeClr val="tx1"/>
                </a:solidFill>
                <a:latin typeface="Arial"/>
                <a:ea typeface="Arial"/>
                <a:cs typeface="Arial"/>
              </a:defRPr>
            </a:lvl9pPr>
          </a:lstStyle>
          <a:p xmlns:a="http://schemas.openxmlformats.org/drawingml/2006/main">
            <a:pPr marL="0" indent="0" algn="l">
              <a:lnSpc>
                <a:spcPct val="100000"/>
              </a:lnSpc>
              <a:spcBef>
                <a:spcPts val="0"/>
              </a:spcBef>
              <a:spcAft>
                <a:spcPts val="0"/>
              </a:spcAft>
              <a:buNone/>
            </a:pPr>
            <a:r>
              <a:rPr sz="1800" b="0" i="0" u="none" cap="none">
                <a:ln>
                  <a:noFill/>
                </a:ln>
                <a:solidFill>
                  <a:srgbClr val="000000"/>
                </a:solidFill>
                <a:latin typeface="Times New Roman"/>
                <a:ea typeface="Times New Roman"/>
                <a:cs typeface="Times New Roman"/>
              </a:rPr>
              <a:t> </a:t>
            </a:r>
          </a:p>
          <a:p xmlns:a="http://schemas.openxmlformats.org/drawingml/2006/main">
            <a:pPr marL="0" indent="0" algn="l">
              <a:lnSpc>
                <a:spcPct val="100000"/>
              </a:lnSpc>
              <a:spcBef>
                <a:spcPts val="0"/>
              </a:spcBef>
              <a:spcAft>
                <a:spcPts val="0"/>
              </a:spcAft>
              <a:buNone/>
            </a:pPr>
          </a:p>
        </p:txBody>
      </p:sp>
      <p:sp>
        <p:nvSpPr>
          <p:cNvPr id="2" name="Title 2">
            <a:extLst xmlns:a="http://schemas.openxmlformats.org/drawingml/2006/main">
              <a:ext uri="{FF2B5EF4-FFF2-40B4-BE49-F238E27FC236}">
                <a16:creationId xmlns:a16="http://schemas.microsoft.com/office/drawing/2014/main" id="{BEFB8217-129D-D95A-BB32-442DB9B98EF6}"/>
              </a:ext>
            </a:extLst>
          </p:cNvPr>
          <p:cNvSpPr>
            <a:spLocks xmlns:a="http://schemas.openxmlformats.org/drawingml/2006/main" noGrp="1"/>
          </p:cNvSpPr>
          <p:nvPr/>
        </p:nvSpPr>
        <p:spPr>
          <a:xfrm xmlns:a="http://schemas.openxmlformats.org/drawingml/2006/main">
            <a:off x="359999" y="518044"/>
            <a:ext cx="9000000" cy="900000"/>
          </a:xfrm>
          <a:prstGeom xmlns:a="http://schemas.openxmlformats.org/drawingml/2006/main" prst="rect">
            <a:avLst/>
          </a:prstGeom>
        </p:spPr>
        <p:txBody>
          <a:bodyPr xmlns:a="http://schemas.openxmlformats.org/drawingml/2006/main"/>
          <a:lstStyle xmlns:a="http://schemas.openxmlformats.org/drawingml/2006/main">
            <a:lvl1pPr marL="0" indent="0" algn="l">
              <a:lnSpc>
                <a:spcPts val="3000"/>
              </a:lnSpc>
              <a:spcBef>
                <a:spcPts val="0"/>
              </a:spcBef>
              <a:spcAft>
                <a:spcPts val="0"/>
              </a:spcAft>
              <a:buNone/>
              <a:defRPr sz="3000" b="1" i="0" u="none" cap="none" spc="-150">
                <a:solidFill>
                  <a:schemeClr val="bg1"/>
                </a:solidFill>
                <a:latin typeface="Arial"/>
                <a:ea typeface="Arial"/>
                <a:cs typeface="Arial"/>
              </a:defRPr>
            </a:lvl1pPr>
            <a:lvl2pPr marL="0" indent="0" algn="l">
              <a:lnSpc>
                <a:spcPts val="2200"/>
              </a:lnSpc>
              <a:spcBef>
                <a:spcPts val="2200"/>
              </a:spcBef>
              <a:spcAft>
                <a:spcPts val="0"/>
              </a:spcAft>
              <a:buNone/>
              <a:defRPr sz="1900" b="1" i="0" u="none" cap="none" spc="-33">
                <a:solidFill>
                  <a:srgbClr val="000000"/>
                </a:solidFill>
                <a:latin typeface="Arial"/>
                <a:ea typeface="Arial"/>
                <a:cs typeface="Arial"/>
              </a:defRPr>
            </a:lvl2pPr>
            <a:lvl3pPr marL="0" indent="0" algn="l">
              <a:lnSpc>
                <a:spcPts val="2200"/>
              </a:lnSpc>
              <a:spcBef>
                <a:spcPts val="2200"/>
              </a:spcBef>
              <a:spcAft>
                <a:spcPts val="0"/>
              </a:spcAft>
              <a:buNone/>
              <a:defRPr sz="1900" b="1" i="0" u="none" cap="none" spc="-33">
                <a:solidFill>
                  <a:srgbClr val="000000"/>
                </a:solidFill>
                <a:latin typeface="Arial"/>
                <a:ea typeface="Arial"/>
                <a:cs typeface="Arial"/>
              </a:defRPr>
            </a:lvl3pPr>
            <a:lvl4pPr marL="0" indent="0" algn="l">
              <a:lnSpc>
                <a:spcPts val="2200"/>
              </a:lnSpc>
              <a:spcBef>
                <a:spcPts val="2200"/>
              </a:spcBef>
              <a:spcAft>
                <a:spcPts val="0"/>
              </a:spcAft>
              <a:buNone/>
              <a:defRPr sz="1900" b="1" i="0" u="none" cap="none" spc="-33">
                <a:solidFill>
                  <a:srgbClr val="000000"/>
                </a:solidFill>
                <a:latin typeface="Arial"/>
                <a:ea typeface="Arial"/>
                <a:cs typeface="Arial"/>
              </a:defRPr>
            </a:lvl4pPr>
            <a:lvl5pPr marL="0" indent="0" algn="l">
              <a:lnSpc>
                <a:spcPts val="2200"/>
              </a:lnSpc>
              <a:spcBef>
                <a:spcPts val="2200"/>
              </a:spcBef>
              <a:spcAft>
                <a:spcPts val="0"/>
              </a:spcAft>
              <a:buNone/>
              <a:defRPr sz="1900" b="1" i="0" u="none" cap="none" spc="-33">
                <a:solidFill>
                  <a:srgbClr val="000000"/>
                </a:solidFill>
                <a:latin typeface="Arial"/>
                <a:ea typeface="Arial"/>
                <a:cs typeface="Arial"/>
              </a:defRPr>
            </a:lvl5pPr>
            <a:lvl6pPr marL="0" indent="0" algn="l">
              <a:lnSpc>
                <a:spcPts val="2200"/>
              </a:lnSpc>
              <a:spcBef>
                <a:spcPts val="2200"/>
              </a:spcBef>
              <a:spcAft>
                <a:spcPts val="0"/>
              </a:spcAft>
              <a:buNone/>
              <a:defRPr sz="1900" b="1" i="0" u="none" cap="none" spc="-33">
                <a:solidFill>
                  <a:srgbClr val="000000"/>
                </a:solidFill>
                <a:latin typeface="Arial"/>
                <a:ea typeface="Arial"/>
                <a:cs typeface="Arial"/>
              </a:defRPr>
            </a:lvl6pPr>
            <a:lvl7pPr marL="0" indent="0" algn="l">
              <a:lnSpc>
                <a:spcPts val="2200"/>
              </a:lnSpc>
              <a:spcBef>
                <a:spcPts val="2200"/>
              </a:spcBef>
              <a:spcAft>
                <a:spcPts val="0"/>
              </a:spcAft>
              <a:buNone/>
              <a:defRPr sz="1900" b="1" i="0" u="none" cap="none" spc="-33">
                <a:solidFill>
                  <a:srgbClr val="000000"/>
                </a:solidFill>
                <a:latin typeface="Arial"/>
                <a:ea typeface="Arial"/>
                <a:cs typeface="Arial"/>
              </a:defRPr>
            </a:lvl7pPr>
            <a:lvl8pPr marL="0" indent="0" algn="l">
              <a:lnSpc>
                <a:spcPts val="2200"/>
              </a:lnSpc>
              <a:spcBef>
                <a:spcPts val="2200"/>
              </a:spcBef>
              <a:spcAft>
                <a:spcPts val="0"/>
              </a:spcAft>
              <a:buNone/>
              <a:defRPr sz="1900" b="1" i="0" u="none" cap="none" spc="-33">
                <a:solidFill>
                  <a:srgbClr val="000000"/>
                </a:solidFill>
                <a:latin typeface="Arial"/>
                <a:ea typeface="Arial"/>
                <a:cs typeface="Arial"/>
              </a:defRPr>
            </a:lvl8pPr>
            <a:lvl9pPr marL="0" indent="0" algn="l">
              <a:lnSpc>
                <a:spcPts val="2200"/>
              </a:lnSpc>
              <a:spcBef>
                <a:spcPts val="2200"/>
              </a:spcBef>
              <a:spcAft>
                <a:spcPts val="0"/>
              </a:spcAft>
              <a:buNone/>
              <a:defRPr sz="1900" b="1" i="0" u="none" cap="none" spc="-33">
                <a:solidFill>
                  <a:srgbClr val="000000"/>
                </a:solidFill>
                <a:latin typeface="Arial"/>
                <a:ea typeface="Arial"/>
                <a:cs typeface="Arial"/>
              </a:defRPr>
            </a:lvl9pPr>
          </a:lstStyle>
          <a:p xmlns:a="http://schemas.openxmlformats.org/drawingml/2006/main">
            <a:r>
              <a:t>Demo evidence and submission assets</a:t>
            </a:r>
          </a:p>
        </p:txBody>
      </p:sp>
      <p:sp>
        <p:nvSpPr>
          <p:cNvPr id="6" name="Content Placeholder 32">
            <a:extLst xmlns:a="http://schemas.openxmlformats.org/drawingml/2006/main">
              <a:ext uri="{FF2B5EF4-FFF2-40B4-BE49-F238E27FC236}">
                <a16:creationId xmlns:a16="http://schemas.microsoft.com/office/drawing/2014/main" id="{923C445F-3F02-3F28-536A-78F2019EEC9B}"/>
              </a:ext>
            </a:extLst>
          </p:cNvPr>
          <p:cNvSpPr>
            <a:spLocks xmlns:a="http://schemas.openxmlformats.org/drawingml/2006/main" noGrp="1"/>
          </p:cNvSpPr>
          <p:nvPr/>
        </p:nvSpPr>
        <p:spPr>
          <a:xfrm xmlns:a="http://schemas.openxmlformats.org/drawingml/2006/main">
            <a:off x="359999" y="1506260"/>
            <a:ext cx="11459302" cy="4426764"/>
          </a:xfrm>
          <a:prstGeom xmlns:a="http://schemas.openxmlformats.org/drawingml/2006/main" prst="rect">
            <a:avLst/>
          </a:prstGeom>
        </p:spPr>
        <p:txBody>
          <a:bodyPr xmlns:a="http://schemas.openxmlformats.org/drawingml/2006/main"/>
          <a:lstStyle xmlns:a="http://schemas.openxmlformats.org/drawingml/2006/main">
            <a:lvl1pPr marL="0" indent="0" algn="l">
              <a:spcBef>
                <a:spcPts val="1000"/>
              </a:spcBef>
              <a:buNone/>
              <a:defRPr sz="2000">
                <a:solidFill>
                  <a:schemeClr val="tx1"/>
                </a:solidFill>
                <a:latin typeface="Arial"/>
                <a:ea typeface="Arial"/>
                <a:cs typeface="Arial"/>
              </a:defRPr>
            </a:lvl1pPr>
            <a:lvl2pPr marL="174625" indent="-174625" algn="l">
              <a:spcBef>
                <a:spcPts val="500"/>
              </a:spcBef>
              <a:buChar char="•"/>
              <a:defRPr sz="2000">
                <a:solidFill>
                  <a:schemeClr val="tx1"/>
                </a:solidFill>
                <a:latin typeface="Arial"/>
                <a:ea typeface="Arial"/>
                <a:cs typeface="Arial"/>
              </a:defRPr>
            </a:lvl2pPr>
            <a:lvl3pPr marL="339725" indent="-165100" algn="l">
              <a:spcBef>
                <a:spcPts val="300"/>
              </a:spcBef>
              <a:buChar char="-"/>
              <a:defRPr sz="2000">
                <a:solidFill>
                  <a:schemeClr val="tx1"/>
                </a:solidFill>
                <a:latin typeface="Arial"/>
                <a:ea typeface="Arial"/>
                <a:cs typeface="Arial"/>
              </a:defRPr>
            </a:lvl3pPr>
            <a:lvl4pPr marL="512763" indent="-173038" algn="l">
              <a:spcBef>
                <a:spcPts val="200"/>
              </a:spcBef>
              <a:buChar char="•"/>
              <a:defRPr sz="2000">
                <a:solidFill>
                  <a:schemeClr val="tx1"/>
                </a:solidFill>
                <a:latin typeface="Arial"/>
                <a:ea typeface="Arial"/>
                <a:cs typeface="Arial"/>
              </a:defRPr>
            </a:lvl4pPr>
            <a:lvl5pPr marL="687388" indent="-174625" algn="l">
              <a:spcBef>
                <a:spcPts val="100"/>
              </a:spcBef>
              <a:buChar char="-"/>
              <a:defRPr sz="2000">
                <a:solidFill>
                  <a:schemeClr val="tx1"/>
                </a:solidFill>
                <a:latin typeface="Arial"/>
                <a:ea typeface="Arial"/>
                <a:cs typeface="Arial"/>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a:lstStyle>
          <a:p xmlns:a="http://schemas.openxmlformats.org/drawingml/2006/main">
            <a:r>
              <a:rPr sz="1800" b="0">
                <a:solidFill>
                  <a:schemeClr val="bg1"/>
                </a:solidFill>
              </a:rPr>
              <a:t>Working proof in the repository:</a:t>
            </a:r>
          </a:p>
          <a:p xmlns:a="http://schemas.openxmlformats.org/drawingml/2006/main">
            <a:r>
              <a:rPr sz="1800" b="0">
                <a:solidFill>
                  <a:schemeClr val="bg1"/>
                </a:solidFill>
              </a:rPr>
              <a:t/>
            </a:r>
          </a:p>
          <a:p xmlns:a="http://schemas.openxmlformats.org/drawingml/2006/main">
            <a:r>
              <a:rPr sz="1800" b="0">
                <a:solidFill>
                  <a:schemeClr val="bg1"/>
                </a:solidFill>
              </a:rPr>
              <a:t>- 35 pytest tests passing.</a:t>
            </a:r>
          </a:p>
          <a:p xmlns:a="http://schemas.openxmlformats.org/drawingml/2006/main">
            <a:r>
              <a:rPr sz="1800" b="0">
                <a:solidFill>
                  <a:schemeClr val="bg1"/>
                </a:solidFill>
              </a:rPr>
              <a:t>- Seven sample invoices cover LOW, MEDIUM, and HIGH.</a:t>
            </a:r>
          </a:p>
          <a:p xmlns:a="http://schemas.openxmlformats.org/drawingml/2006/main">
            <a:r>
              <a:rPr sz="1800" b="0">
                <a:solidFill>
                  <a:schemeClr val="bg1"/>
                </a:solidFill>
              </a:rPr>
              <a:t>- CLI writes deterministic JSON and Markdown audit reports.</a:t>
            </a:r>
          </a:p>
          <a:p xmlns:a="http://schemas.openxmlformats.org/drawingml/2006/main">
            <a:r>
              <a:rPr sz="1800" b="0">
                <a:solidFill>
                  <a:schemeClr val="bg1"/>
                </a:solidFill>
              </a:rPr>
              <a:t>- FastAPI wrapper and OpenAPI contract match the code.</a:t>
            </a:r>
          </a:p>
          <a:p xmlns:a="http://schemas.openxmlformats.org/drawingml/2006/main">
            <a:r>
              <a:rPr sz="1800" b="0">
                <a:solidFill>
                  <a:schemeClr val="bg1"/>
                </a:solidFill>
              </a:rPr>
              <a:t>- Studio Web API Workflow debug evidence is captured.</a:t>
            </a:r>
          </a:p>
          <a:p xmlns:a="http://schemas.openxmlformats.org/drawingml/2006/main">
            <a:r>
              <a:rPr sz="1800" b="0">
                <a:solidFill>
                  <a:schemeClr val="bg1"/>
                </a:solidFill>
              </a:rPr>
              <a:t>- README has step-by-step setup and run instructions.</a:t>
            </a:r>
          </a:p>
          <a:p xmlns:a="http://schemas.openxmlformats.org/drawingml/2006/main">
            <a:r>
              <a:rPr sz="1800" b="0">
                <a:solidFill>
                  <a:schemeClr val="bg1"/>
                </a:solidFill>
              </a:rPr>
              <a:t>- Codex evidence lists assisted files and integration.</a:t>
            </a:r>
          </a:p>
        </p:txBody>
      </p:sp>
    </p:spTree>
    <p:extLst>
      <p:ext uri="{BB962C8B-B14F-4D97-AF65-F5344CB8AC3E}">
        <p14:creationId xmlns:p14="http://schemas.microsoft.com/office/powerpoint/2010/main" val="189117309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0" name="Title 9">
            <a:extLst xmlns:a="http://schemas.openxmlformats.org/drawingml/2006/main">
              <a:ext uri="{FF2B5EF4-FFF2-40B4-BE49-F238E27FC236}">
                <a16:creationId xmlns:a16="http://schemas.microsoft.com/office/drawing/2014/main" id="{2E1806CF-B883-489C-2357-0C8CD147127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Coded agent decisions. UiPath governed orchestration. Human accountability for invoice exceptions.</a:t>
            </a:r>
          </a:p>
        </p:txBody>
      </p:sp>
    </p:spTree>
    <p:extLst>
      <p:ext uri="{BB962C8B-B14F-4D97-AF65-F5344CB8AC3E}">
        <p14:creationId xmlns:p14="http://schemas.microsoft.com/office/powerpoint/2010/main" val="62120523"/>
      </p:ext>
    </p:extLst>
  </p:cSld>
</p:sld>
</file>

<file path=ppt/theme/theme1.xml><?xml version="1.0" encoding="utf-8"?>
<a:theme xmlns:a="http://schemas.openxmlformats.org/drawingml/2006/main" name="Primary Presentation Layouts">
  <a:themeElements>
    <a:clrScheme name="UiPath colors">
      <a:dk1>
        <a:srgbClr val="172024"/>
      </a:dk1>
      <a:lt1>
        <a:srgbClr val="FFFFFF"/>
      </a:lt1>
      <a:dk2>
        <a:srgbClr val="9D9D9D"/>
      </a:dk2>
      <a:lt2>
        <a:srgbClr val="F6F6F6"/>
      </a:lt2>
      <a:accent1>
        <a:srgbClr val="FA4616"/>
      </a:accent1>
      <a:accent2>
        <a:srgbClr val="1E6482"/>
      </a:accent2>
      <a:accent3>
        <a:srgbClr val="A32200"/>
      </a:accent3>
      <a:accent4>
        <a:srgbClr val="0BA2B3"/>
      </a:accent4>
      <a:accent5>
        <a:srgbClr val="8B288A"/>
      </a:accent5>
      <a:accent6>
        <a:srgbClr val="FA7678"/>
      </a:accent6>
      <a:hlink>
        <a:srgbClr val="5BCBDE"/>
      </a:hlink>
      <a:folHlink>
        <a:srgbClr val="5BCBDE"/>
      </a:folHlink>
    </a:clrScheme>
    <a:fontScheme name="Primary Presentation Layouts">
      <a:majorFont>
        <a:latin typeface="Calibri"/>
        <a:ea typeface="Calibri"/>
        <a:cs typeface="Calibri"/>
      </a:majorFont>
      <a:minorFont>
        <a:latin typeface="Calibri"/>
        <a:ea typeface="Calibri"/>
        <a:cs typeface="Calibri"/>
      </a:minorFont>
    </a:fontScheme>
    <a:fmtScheme name="UiPath colors">
      <a:fillStyleLst>
        <a:solidFill>
          <a:schemeClr val="phClr"/>
        </a:solidFill>
        <a:solidFill>
          <a:schemeClr val="dk1"/>
        </a:solidFill>
        <a:solidFill>
          <a:schemeClr val="accent1"/>
        </a:soli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2026-06-06T18:34:28.7860000Z</dcterms:created>
  <dcterms:modified xsi:type="dcterms:W3CDTF">2026-06-06T18:34:28.7860000Z</dcterms:modified>
</coreProperties>
</file>